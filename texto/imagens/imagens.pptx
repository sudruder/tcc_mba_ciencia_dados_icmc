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62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42433"/>
    <a:srgbClr val="E5E5FF"/>
    <a:srgbClr val="FFE5E5"/>
    <a:srgbClr val="E5FFE5"/>
    <a:srgbClr val="FF7E0D"/>
    <a:srgbClr val="2CA02C"/>
    <a:srgbClr val="1E76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498" y="16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AB28A-744D-4D8F-B230-777115679F23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A9D12-4ED9-4A66-A13A-91B9F737EC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17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7503-CA0E-5DF2-C901-A5E83535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77591DF-E824-FFE9-0FA2-F134A87E7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891705-6CD6-9C25-CA7D-3C6B950AD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E458A1-F178-D6F3-E849-BC6C46DCF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A9D12-4ED9-4A66-A13A-91B9F737EC9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05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B8F3B-78F8-B823-4A3B-5C27F3C1D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3A4907-153F-4E2D-7BE7-0EF6223C0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F92044-0A59-80EC-465B-030C90C7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0B160-877E-41BA-9694-A2F87F92269D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3A81E8-1584-BAF6-D0A2-F20EC6CC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2057DD-A69A-4325-911A-5144A1059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600D-F4C8-4A6B-A66B-CBBED8DDE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98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5BA29-FB56-B1B0-3634-5F17FA07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A50F58-4D23-5743-C79A-5BA3A9DBB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4725A6-959B-D3F7-5815-999F4378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0B160-877E-41BA-9694-A2F87F92269D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1B6B40-5500-40E4-F7A8-B8FEE5BB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F82403-7C0B-BB10-68DE-0AB9EF25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600D-F4C8-4A6B-A66B-CBBED8DDE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875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6A8C7-B4F2-CD3C-1AD4-C99D4BCE5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61FCA8-2B0E-91FB-A812-99828339B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E8758-6E59-77A6-A74C-8436AD671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0B160-877E-41BA-9694-A2F87F92269D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13B2E9-AF5C-3FE5-AE62-7897EACD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920319-4421-36D6-C391-4F6F05B7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600D-F4C8-4A6B-A66B-CBBED8DDE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723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FBDAF-F460-4056-1AC6-6EC5929F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5815C3-89FA-18AB-C69A-98031435C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274614-3A8B-2970-3820-4283B4564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68D96F-3CF1-D447-DDF1-11D1738D7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0B160-877E-41BA-9694-A2F87F92269D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A74260-610E-7FB0-402C-3E3AD98D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22D857-C74A-5AC2-CB39-DA90E8877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600D-F4C8-4A6B-A66B-CBBED8DDE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870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ECCBA-7D6D-EA47-3BFD-20895434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98C401-8626-4CBB-333E-80DCA6502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DAF443-0459-4FEA-0274-B839A259C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4BEEA1-BDE6-E1DC-6CD6-C0BB0A078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C666CDF-E239-674A-4FF4-69020979C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C2586A9-2AC0-ED41-B6AD-A7A4CC1C3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0B160-877E-41BA-9694-A2F87F92269D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85CBED-0F4A-4F14-856A-17B17E0C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DD81FE-DB03-B319-E58D-0BE1FD3F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600D-F4C8-4A6B-A66B-CBBED8DDE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94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17694-3956-0ACC-005A-2BB9D3D3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BC9E4AF-09E7-7BA4-90A8-7B4ED0C72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0B160-877E-41BA-9694-A2F87F92269D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B8B425A-A707-D8F9-F4C3-5136468AA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11BCB86-118C-D52F-087F-F70834D44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600D-F4C8-4A6B-A66B-CBBED8DDE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614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A8F90A-B0C6-50BB-8024-ACFAAFE22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0B160-877E-41BA-9694-A2F87F92269D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6CDBD7E-2AAA-6590-A555-43F5EE08B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D12D9F-5E97-C4F7-BF75-24683706C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600D-F4C8-4A6B-A66B-CBBED8DDE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236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C5BB4-E422-BE43-694A-37E5E745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C26530-999E-599D-CF31-202761E9B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3FCDDE-507C-F752-5A86-BC3E6E443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0BA759-989F-ABA8-4E79-2C8568E61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0B160-877E-41BA-9694-A2F87F92269D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546D86-4787-B10C-596A-7BEE357F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211C0E-870A-7E85-10ED-B8CB6679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600D-F4C8-4A6B-A66B-CBBED8DDE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930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DA26D-A6C9-6835-F724-3EB2DCF1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8CB8BA0-D587-846B-3F63-2CF267031B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F96F28-40E7-8476-E99B-ADC60C137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EE6450-5A07-338B-15B6-1BE49F2E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0B160-877E-41BA-9694-A2F87F92269D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8544BD-BEE6-94B8-C304-66E3A3D6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F6FDD-7777-6BD7-958F-E9FB9C78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600D-F4C8-4A6B-A66B-CBBED8DDE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86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51F93-A651-AA38-1350-013D4B2B1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57D728B-87FD-AA1B-E32B-4D5AC17B7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8DD240-E698-9D2B-7DDD-DAB1893B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0B160-877E-41BA-9694-A2F87F92269D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B941DC-0D1D-D6E2-FAB3-19EAAD66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86BEFE-0F1E-07A0-20FD-CCE3D21B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600D-F4C8-4A6B-A66B-CBBED8DDE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66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764726-0F74-6E56-AFBC-DD8128CF4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CA6D44-1242-93B7-2AEE-86D1494F5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65E31B-3BF6-DD91-60E3-232A6A8E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0B160-877E-41BA-9694-A2F87F92269D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5F4E07-D7B6-E579-3910-533BEE5B6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311BB0-BF79-9AB6-4AFB-88DC964F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600D-F4C8-4A6B-A66B-CBBED8DDE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5458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AFA63D7-3A57-8779-220A-9F7193199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5E6753-8AB3-960B-CB38-5FB3C114D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8A9E1A-6F6A-0343-9AE1-9C7CEB9AE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0B160-877E-41BA-9694-A2F87F92269D}" type="datetimeFigureOut">
              <a:rPr lang="pt-BR" smtClean="0"/>
              <a:t>23/07/2025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E9E138-BFA7-1D2F-F42F-45B16F281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C85F0B-5CF3-28B0-9DAB-ECCBB0158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6600D-F4C8-4A6B-A66B-CBBED8DDE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1810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Visual Insights into k-NN Classification for Iris Dataset | by NANDINI  VERMA | Medium">
            <a:extLst>
              <a:ext uri="{FF2B5EF4-FFF2-40B4-BE49-F238E27FC236}">
                <a16:creationId xmlns:a16="http://schemas.microsoft.com/office/drawing/2014/main" id="{BC2473DC-6296-BEBF-E4CE-676F435E5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663" y="1262063"/>
            <a:ext cx="54006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8A51507-79B7-8B75-C2C0-0E5DBAAAED26}"/>
              </a:ext>
            </a:extLst>
          </p:cNvPr>
          <p:cNvSpPr/>
          <p:nvPr/>
        </p:nvSpPr>
        <p:spPr>
          <a:xfrm>
            <a:off x="3557588" y="3009900"/>
            <a:ext cx="1276350" cy="838200"/>
          </a:xfrm>
          <a:prstGeom prst="rect">
            <a:avLst/>
          </a:prstGeom>
          <a:solidFill>
            <a:srgbClr val="E5E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975C44F-D7E2-2EE8-790A-1ABD26869183}"/>
              </a:ext>
            </a:extLst>
          </p:cNvPr>
          <p:cNvSpPr/>
          <p:nvPr/>
        </p:nvSpPr>
        <p:spPr>
          <a:xfrm>
            <a:off x="5910263" y="3009900"/>
            <a:ext cx="1276350" cy="838200"/>
          </a:xfrm>
          <a:prstGeom prst="rect">
            <a:avLst/>
          </a:prstGeom>
          <a:solidFill>
            <a:srgbClr val="E5F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FDE2695-8554-DB8C-3E2A-7CC7CC2F80FF}"/>
              </a:ext>
            </a:extLst>
          </p:cNvPr>
          <p:cNvSpPr/>
          <p:nvPr/>
        </p:nvSpPr>
        <p:spPr>
          <a:xfrm>
            <a:off x="7624763" y="3009900"/>
            <a:ext cx="1276350" cy="838200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522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Estrela: 10 Pontas 61">
            <a:extLst>
              <a:ext uri="{FF2B5EF4-FFF2-40B4-BE49-F238E27FC236}">
                <a16:creationId xmlns:a16="http://schemas.microsoft.com/office/drawing/2014/main" id="{4F6C9126-F78F-2BE9-6AE5-8E20817E5495}"/>
              </a:ext>
            </a:extLst>
          </p:cNvPr>
          <p:cNvSpPr>
            <a:spLocks noChangeAspect="1"/>
          </p:cNvSpPr>
          <p:nvPr/>
        </p:nvSpPr>
        <p:spPr>
          <a:xfrm>
            <a:off x="3489960" y="951776"/>
            <a:ext cx="5212080" cy="4954448"/>
          </a:xfrm>
          <a:prstGeom prst="star10">
            <a:avLst>
              <a:gd name="adj" fmla="val 0"/>
              <a:gd name="hf" fmla="val 105146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CBF3D73-D6E1-8AC3-F659-AB8DC42E346F}"/>
              </a:ext>
            </a:extLst>
          </p:cNvPr>
          <p:cNvSpPr/>
          <p:nvPr/>
        </p:nvSpPr>
        <p:spPr>
          <a:xfrm>
            <a:off x="5512800" y="591776"/>
            <a:ext cx="1166400" cy="720000"/>
          </a:xfrm>
          <a:prstGeom prst="rect">
            <a:avLst/>
          </a:prstGeom>
          <a:solidFill>
            <a:srgbClr val="E5FFE5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tree</a:t>
            </a:r>
            <a:r>
              <a:rPr lang="pt-BR" dirty="0">
                <a:solidFill>
                  <a:schemeClr val="tx1"/>
                </a:solidFill>
              </a:rPr>
              <a:t> #1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virginica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343B4D7-DA9C-583A-F01C-F5055EDD7F42}"/>
              </a:ext>
            </a:extLst>
          </p:cNvPr>
          <p:cNvSpPr/>
          <p:nvPr/>
        </p:nvSpPr>
        <p:spPr>
          <a:xfrm>
            <a:off x="7114905" y="1076823"/>
            <a:ext cx="1166400" cy="720000"/>
          </a:xfrm>
          <a:prstGeom prst="rect">
            <a:avLst/>
          </a:prstGeom>
          <a:solidFill>
            <a:srgbClr val="FFE5E5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tree</a:t>
            </a:r>
            <a:r>
              <a:rPr lang="pt-BR" dirty="0">
                <a:solidFill>
                  <a:schemeClr val="tx1"/>
                </a:solidFill>
              </a:rPr>
              <a:t> #2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setosa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C838AF6-3093-BF0F-7AB2-6227C6371598}"/>
              </a:ext>
            </a:extLst>
          </p:cNvPr>
          <p:cNvSpPr/>
          <p:nvPr/>
        </p:nvSpPr>
        <p:spPr>
          <a:xfrm>
            <a:off x="8126460" y="2277607"/>
            <a:ext cx="1166400" cy="720000"/>
          </a:xfrm>
          <a:prstGeom prst="rect">
            <a:avLst/>
          </a:prstGeom>
          <a:solidFill>
            <a:srgbClr val="FFE5E5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tree</a:t>
            </a:r>
            <a:r>
              <a:rPr lang="pt-BR" dirty="0">
                <a:solidFill>
                  <a:schemeClr val="tx1"/>
                </a:solidFill>
              </a:rPr>
              <a:t> #3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setosa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FD6B2F6-24A6-5B73-357E-E649B61F6131}"/>
              </a:ext>
            </a:extLst>
          </p:cNvPr>
          <p:cNvSpPr/>
          <p:nvPr/>
        </p:nvSpPr>
        <p:spPr>
          <a:xfrm>
            <a:off x="8126460" y="3831000"/>
            <a:ext cx="1166400" cy="720000"/>
          </a:xfrm>
          <a:prstGeom prst="rect">
            <a:avLst/>
          </a:prstGeom>
          <a:solidFill>
            <a:srgbClr val="FFE5E5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tree</a:t>
            </a:r>
            <a:r>
              <a:rPr lang="pt-BR" dirty="0">
                <a:solidFill>
                  <a:schemeClr val="tx1"/>
                </a:solidFill>
              </a:rPr>
              <a:t> #4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setosa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D7854F2-835F-19C9-B007-27496ABCAD6B}"/>
              </a:ext>
            </a:extLst>
          </p:cNvPr>
          <p:cNvSpPr/>
          <p:nvPr/>
        </p:nvSpPr>
        <p:spPr>
          <a:xfrm>
            <a:off x="7114905" y="5073060"/>
            <a:ext cx="1166400" cy="720000"/>
          </a:xfrm>
          <a:prstGeom prst="rect">
            <a:avLst/>
          </a:prstGeom>
          <a:solidFill>
            <a:srgbClr val="E5E5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tree</a:t>
            </a:r>
            <a:r>
              <a:rPr lang="pt-BR" dirty="0">
                <a:solidFill>
                  <a:schemeClr val="tx1"/>
                </a:solidFill>
              </a:rPr>
              <a:t> #5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versicolor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F0CC043-29A6-C4FF-A99D-E02CF2A4FEA1}"/>
              </a:ext>
            </a:extLst>
          </p:cNvPr>
          <p:cNvSpPr/>
          <p:nvPr/>
        </p:nvSpPr>
        <p:spPr>
          <a:xfrm>
            <a:off x="5516610" y="5541961"/>
            <a:ext cx="1166400" cy="720000"/>
          </a:xfrm>
          <a:prstGeom prst="rect">
            <a:avLst/>
          </a:prstGeom>
          <a:solidFill>
            <a:srgbClr val="E5E5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tree</a:t>
            </a:r>
            <a:r>
              <a:rPr lang="pt-BR" dirty="0">
                <a:solidFill>
                  <a:schemeClr val="tx1"/>
                </a:solidFill>
              </a:rPr>
              <a:t> #6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versicolor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875D84C-58E6-8CB8-DC28-D4D43C9BC4F7}"/>
              </a:ext>
            </a:extLst>
          </p:cNvPr>
          <p:cNvSpPr/>
          <p:nvPr/>
        </p:nvSpPr>
        <p:spPr>
          <a:xfrm>
            <a:off x="3914236" y="5073060"/>
            <a:ext cx="1166400" cy="720000"/>
          </a:xfrm>
          <a:prstGeom prst="rect">
            <a:avLst/>
          </a:prstGeom>
          <a:solidFill>
            <a:srgbClr val="FFE5E5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tree</a:t>
            </a:r>
            <a:r>
              <a:rPr lang="pt-BR" dirty="0">
                <a:solidFill>
                  <a:schemeClr val="tx1"/>
                </a:solidFill>
              </a:rPr>
              <a:t> #7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setosa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A775AC0-EC37-4838-971F-C74EC5B9B394}"/>
              </a:ext>
            </a:extLst>
          </p:cNvPr>
          <p:cNvSpPr/>
          <p:nvPr/>
        </p:nvSpPr>
        <p:spPr>
          <a:xfrm>
            <a:off x="2914380" y="3831000"/>
            <a:ext cx="1166400" cy="720000"/>
          </a:xfrm>
          <a:prstGeom prst="rect">
            <a:avLst/>
          </a:prstGeom>
          <a:solidFill>
            <a:srgbClr val="E5E5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tree</a:t>
            </a:r>
            <a:r>
              <a:rPr lang="pt-BR" dirty="0">
                <a:solidFill>
                  <a:schemeClr val="tx1"/>
                </a:solidFill>
              </a:rPr>
              <a:t> #8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versicolor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2D00FB5-6120-A765-A36A-4C6BC1C05400}"/>
              </a:ext>
            </a:extLst>
          </p:cNvPr>
          <p:cNvSpPr/>
          <p:nvPr/>
        </p:nvSpPr>
        <p:spPr>
          <a:xfrm>
            <a:off x="2914380" y="2277607"/>
            <a:ext cx="1166400" cy="720000"/>
          </a:xfrm>
          <a:prstGeom prst="rect">
            <a:avLst/>
          </a:prstGeom>
          <a:solidFill>
            <a:srgbClr val="FFE5E5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tree</a:t>
            </a:r>
            <a:r>
              <a:rPr lang="pt-BR" dirty="0">
                <a:solidFill>
                  <a:schemeClr val="tx1"/>
                </a:solidFill>
              </a:rPr>
              <a:t> #9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setosa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F1647E1-DBAE-D3B8-D9B2-A0417FB7D0A6}"/>
              </a:ext>
            </a:extLst>
          </p:cNvPr>
          <p:cNvSpPr/>
          <p:nvPr/>
        </p:nvSpPr>
        <p:spPr>
          <a:xfrm>
            <a:off x="3914236" y="1076823"/>
            <a:ext cx="1166400" cy="720000"/>
          </a:xfrm>
          <a:prstGeom prst="rect">
            <a:avLst/>
          </a:prstGeom>
          <a:solidFill>
            <a:srgbClr val="E5FFE5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tree</a:t>
            </a:r>
            <a:r>
              <a:rPr lang="pt-BR" dirty="0">
                <a:solidFill>
                  <a:schemeClr val="tx1"/>
                </a:solidFill>
              </a:rPr>
              <a:t> #10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virginica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5FC3CCE-A3E4-A792-9C75-4B5CBCD9BAA9}"/>
              </a:ext>
            </a:extLst>
          </p:cNvPr>
          <p:cNvSpPr/>
          <p:nvPr/>
        </p:nvSpPr>
        <p:spPr>
          <a:xfrm>
            <a:off x="5512800" y="3069000"/>
            <a:ext cx="1166400" cy="720000"/>
          </a:xfrm>
          <a:prstGeom prst="rect">
            <a:avLst/>
          </a:prstGeom>
          <a:solidFill>
            <a:srgbClr val="FFE5E5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RF: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</a:rPr>
              <a:t>setosa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54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FE279-AA91-666E-B604-7B6566778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Retângulo 418">
            <a:extLst>
              <a:ext uri="{FF2B5EF4-FFF2-40B4-BE49-F238E27FC236}">
                <a16:creationId xmlns:a16="http://schemas.microsoft.com/office/drawing/2014/main" id="{7B829CDD-8984-0170-4B06-FEF0DBE143C1}"/>
              </a:ext>
            </a:extLst>
          </p:cNvPr>
          <p:cNvSpPr>
            <a:spLocks/>
          </p:cNvSpPr>
          <p:nvPr/>
        </p:nvSpPr>
        <p:spPr>
          <a:xfrm>
            <a:off x="3420180" y="5397966"/>
            <a:ext cx="1093800" cy="5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Dados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com pesos</a:t>
            </a:r>
          </a:p>
        </p:txBody>
      </p:sp>
      <p:sp>
        <p:nvSpPr>
          <p:cNvPr id="417" name="Retângulo 416">
            <a:extLst>
              <a:ext uri="{FF2B5EF4-FFF2-40B4-BE49-F238E27FC236}">
                <a16:creationId xmlns:a16="http://schemas.microsoft.com/office/drawing/2014/main" id="{37618768-630C-A288-5DB0-A116C1101A8A}"/>
              </a:ext>
            </a:extLst>
          </p:cNvPr>
          <p:cNvSpPr>
            <a:spLocks/>
          </p:cNvSpPr>
          <p:nvPr/>
        </p:nvSpPr>
        <p:spPr>
          <a:xfrm>
            <a:off x="3420180" y="3197904"/>
            <a:ext cx="1093800" cy="5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Dados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com pesos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96A74000-3F7A-BA63-C5FC-ABE75A1355BD}"/>
              </a:ext>
            </a:extLst>
          </p:cNvPr>
          <p:cNvGrpSpPr>
            <a:grpSpLocks/>
          </p:cNvGrpSpPr>
          <p:nvPr/>
        </p:nvGrpSpPr>
        <p:grpSpPr>
          <a:xfrm>
            <a:off x="406160" y="907842"/>
            <a:ext cx="1260000" cy="1260000"/>
            <a:chOff x="998400" y="364500"/>
            <a:chExt cx="1260000" cy="126000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DAB6B1D8-D72B-AEBE-4F69-72A4CC8BFF33}"/>
                </a:ext>
              </a:extLst>
            </p:cNvPr>
            <p:cNvSpPr>
              <a:spLocks/>
            </p:cNvSpPr>
            <p:nvPr/>
          </p:nvSpPr>
          <p:spPr>
            <a:xfrm>
              <a:off x="998400" y="364500"/>
              <a:ext cx="1260000" cy="12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>
                <a:solidFill>
                  <a:schemeClr val="tx1"/>
                </a:solidFill>
              </a:endParaRP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ACA8B0A6-A4B1-40CD-0B15-EDF1815ABF9B}"/>
                </a:ext>
              </a:extLst>
            </p:cNvPr>
            <p:cNvSpPr>
              <a:spLocks/>
            </p:cNvSpPr>
            <p:nvPr/>
          </p:nvSpPr>
          <p:spPr>
            <a:xfrm>
              <a:off x="1178400" y="54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C9FB976F-7BC8-2C10-3591-BBD6D5EC31E1}"/>
                </a:ext>
              </a:extLst>
            </p:cNvPr>
            <p:cNvSpPr>
              <a:spLocks/>
            </p:cNvSpPr>
            <p:nvPr/>
          </p:nvSpPr>
          <p:spPr>
            <a:xfrm>
              <a:off x="1538400" y="54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E3510ECA-50E4-DB14-563F-6AF65FD0833A}"/>
                </a:ext>
              </a:extLst>
            </p:cNvPr>
            <p:cNvSpPr>
              <a:spLocks/>
            </p:cNvSpPr>
            <p:nvPr/>
          </p:nvSpPr>
          <p:spPr>
            <a:xfrm>
              <a:off x="1898400" y="54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6BF39B5C-C0D7-25ED-514C-1747B5C3F4A5}"/>
                </a:ext>
              </a:extLst>
            </p:cNvPr>
            <p:cNvSpPr>
              <a:spLocks/>
            </p:cNvSpPr>
            <p:nvPr/>
          </p:nvSpPr>
          <p:spPr>
            <a:xfrm>
              <a:off x="1898400" y="90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D1D4A834-06D5-79F5-1E79-47454E3BDBBB}"/>
                </a:ext>
              </a:extLst>
            </p:cNvPr>
            <p:cNvSpPr>
              <a:spLocks/>
            </p:cNvSpPr>
            <p:nvPr/>
          </p:nvSpPr>
          <p:spPr>
            <a:xfrm>
              <a:off x="1898400" y="126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F5C91276-1299-8B78-ABD2-965054AE53E5}"/>
                </a:ext>
              </a:extLst>
            </p:cNvPr>
            <p:cNvSpPr>
              <a:spLocks/>
            </p:cNvSpPr>
            <p:nvPr/>
          </p:nvSpPr>
          <p:spPr>
            <a:xfrm>
              <a:off x="1178400" y="90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CA9DCC7-DFB5-D42A-BA47-2694A8C21C64}"/>
                </a:ext>
              </a:extLst>
            </p:cNvPr>
            <p:cNvSpPr>
              <a:spLocks/>
            </p:cNvSpPr>
            <p:nvPr/>
          </p:nvSpPr>
          <p:spPr>
            <a:xfrm>
              <a:off x="1538400" y="90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92B4317D-6416-DFED-98F1-4D0935A2A385}"/>
                </a:ext>
              </a:extLst>
            </p:cNvPr>
            <p:cNvSpPr>
              <a:spLocks/>
            </p:cNvSpPr>
            <p:nvPr/>
          </p:nvSpPr>
          <p:spPr>
            <a:xfrm>
              <a:off x="1178400" y="126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7123899D-6115-3EAA-0B10-4F2D85ADB7EA}"/>
                </a:ext>
              </a:extLst>
            </p:cNvPr>
            <p:cNvSpPr>
              <a:spLocks/>
            </p:cNvSpPr>
            <p:nvPr/>
          </p:nvSpPr>
          <p:spPr>
            <a:xfrm>
              <a:off x="1538400" y="126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grpSp>
        <p:nvGrpSpPr>
          <p:cNvPr id="176" name="Agrupar 175">
            <a:extLst>
              <a:ext uri="{FF2B5EF4-FFF2-40B4-BE49-F238E27FC236}">
                <a16:creationId xmlns:a16="http://schemas.microsoft.com/office/drawing/2014/main" id="{9C6F1404-097C-9B71-91B0-C4DE38F22E48}"/>
              </a:ext>
            </a:extLst>
          </p:cNvPr>
          <p:cNvGrpSpPr/>
          <p:nvPr/>
        </p:nvGrpSpPr>
        <p:grpSpPr>
          <a:xfrm>
            <a:off x="406160" y="3107904"/>
            <a:ext cx="1260000" cy="1260000"/>
            <a:chOff x="998400" y="364500"/>
            <a:chExt cx="1260000" cy="1260000"/>
          </a:xfrm>
        </p:grpSpPr>
        <p:sp>
          <p:nvSpPr>
            <p:cNvPr id="177" name="Retângulo 176">
              <a:extLst>
                <a:ext uri="{FF2B5EF4-FFF2-40B4-BE49-F238E27FC236}">
                  <a16:creationId xmlns:a16="http://schemas.microsoft.com/office/drawing/2014/main" id="{D1EF0810-5FE9-D4DF-C16F-259F66B6DF37}"/>
                </a:ext>
              </a:extLst>
            </p:cNvPr>
            <p:cNvSpPr/>
            <p:nvPr/>
          </p:nvSpPr>
          <p:spPr>
            <a:xfrm>
              <a:off x="998400" y="364500"/>
              <a:ext cx="1260000" cy="12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>
                <a:solidFill>
                  <a:schemeClr val="tx1"/>
                </a:solidFill>
              </a:endParaRPr>
            </a:p>
          </p:txBody>
        </p:sp>
        <p:sp>
          <p:nvSpPr>
            <p:cNvPr id="178" name="Retângulo 177">
              <a:extLst>
                <a:ext uri="{FF2B5EF4-FFF2-40B4-BE49-F238E27FC236}">
                  <a16:creationId xmlns:a16="http://schemas.microsoft.com/office/drawing/2014/main" id="{0465B51C-E56B-56B6-235F-42A786E5F88A}"/>
                </a:ext>
              </a:extLst>
            </p:cNvPr>
            <p:cNvSpPr/>
            <p:nvPr/>
          </p:nvSpPr>
          <p:spPr>
            <a:xfrm>
              <a:off x="1178400" y="54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9" name="Retângulo 178">
              <a:extLst>
                <a:ext uri="{FF2B5EF4-FFF2-40B4-BE49-F238E27FC236}">
                  <a16:creationId xmlns:a16="http://schemas.microsoft.com/office/drawing/2014/main" id="{A1B48182-BD84-4EF0-4FD0-23C9DE2771DD}"/>
                </a:ext>
              </a:extLst>
            </p:cNvPr>
            <p:cNvSpPr/>
            <p:nvPr/>
          </p:nvSpPr>
          <p:spPr>
            <a:xfrm>
              <a:off x="1538400" y="54450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0" name="Retângulo 179">
              <a:extLst>
                <a:ext uri="{FF2B5EF4-FFF2-40B4-BE49-F238E27FC236}">
                  <a16:creationId xmlns:a16="http://schemas.microsoft.com/office/drawing/2014/main" id="{456A6ABC-A242-73F6-4A2D-D03C0F37EE6A}"/>
                </a:ext>
              </a:extLst>
            </p:cNvPr>
            <p:cNvSpPr/>
            <p:nvPr/>
          </p:nvSpPr>
          <p:spPr>
            <a:xfrm>
              <a:off x="1898400" y="54450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1" name="Retângulo 180">
              <a:extLst>
                <a:ext uri="{FF2B5EF4-FFF2-40B4-BE49-F238E27FC236}">
                  <a16:creationId xmlns:a16="http://schemas.microsoft.com/office/drawing/2014/main" id="{74025230-F0DA-7E0F-B12A-58253F20FA30}"/>
                </a:ext>
              </a:extLst>
            </p:cNvPr>
            <p:cNvSpPr/>
            <p:nvPr/>
          </p:nvSpPr>
          <p:spPr>
            <a:xfrm>
              <a:off x="1898400" y="90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82" name="Retângulo 181">
              <a:extLst>
                <a:ext uri="{FF2B5EF4-FFF2-40B4-BE49-F238E27FC236}">
                  <a16:creationId xmlns:a16="http://schemas.microsoft.com/office/drawing/2014/main" id="{5B162BAD-79A4-219A-96BC-FE7C7F68BFFB}"/>
                </a:ext>
              </a:extLst>
            </p:cNvPr>
            <p:cNvSpPr/>
            <p:nvPr/>
          </p:nvSpPr>
          <p:spPr>
            <a:xfrm>
              <a:off x="1898400" y="126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83" name="Retângulo 182">
              <a:extLst>
                <a:ext uri="{FF2B5EF4-FFF2-40B4-BE49-F238E27FC236}">
                  <a16:creationId xmlns:a16="http://schemas.microsoft.com/office/drawing/2014/main" id="{FF635B67-A403-C7B3-CD44-42700AFEA114}"/>
                </a:ext>
              </a:extLst>
            </p:cNvPr>
            <p:cNvSpPr/>
            <p:nvPr/>
          </p:nvSpPr>
          <p:spPr>
            <a:xfrm>
              <a:off x="1178400" y="90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4" name="Retângulo 183">
              <a:extLst>
                <a:ext uri="{FF2B5EF4-FFF2-40B4-BE49-F238E27FC236}">
                  <a16:creationId xmlns:a16="http://schemas.microsoft.com/office/drawing/2014/main" id="{380783CD-3D46-FC5A-F0F8-E0E23042A09C}"/>
                </a:ext>
              </a:extLst>
            </p:cNvPr>
            <p:cNvSpPr/>
            <p:nvPr/>
          </p:nvSpPr>
          <p:spPr>
            <a:xfrm>
              <a:off x="1538400" y="90450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5" name="Retângulo 184">
              <a:extLst>
                <a:ext uri="{FF2B5EF4-FFF2-40B4-BE49-F238E27FC236}">
                  <a16:creationId xmlns:a16="http://schemas.microsoft.com/office/drawing/2014/main" id="{F121D560-A553-4427-2523-52CB8B6B4E4F}"/>
                </a:ext>
              </a:extLst>
            </p:cNvPr>
            <p:cNvSpPr/>
            <p:nvPr/>
          </p:nvSpPr>
          <p:spPr>
            <a:xfrm>
              <a:off x="1178400" y="126450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6" name="Retângulo 185">
              <a:extLst>
                <a:ext uri="{FF2B5EF4-FFF2-40B4-BE49-F238E27FC236}">
                  <a16:creationId xmlns:a16="http://schemas.microsoft.com/office/drawing/2014/main" id="{0C68342F-BEB3-82D7-38FB-A83ADA6D9A2B}"/>
                </a:ext>
              </a:extLst>
            </p:cNvPr>
            <p:cNvSpPr/>
            <p:nvPr/>
          </p:nvSpPr>
          <p:spPr>
            <a:xfrm>
              <a:off x="1538400" y="126450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grpSp>
        <p:nvGrpSpPr>
          <p:cNvPr id="187" name="Agrupar 186">
            <a:extLst>
              <a:ext uri="{FF2B5EF4-FFF2-40B4-BE49-F238E27FC236}">
                <a16:creationId xmlns:a16="http://schemas.microsoft.com/office/drawing/2014/main" id="{A891709F-0EB4-E4AB-12B3-B4BEC3639617}"/>
              </a:ext>
            </a:extLst>
          </p:cNvPr>
          <p:cNvGrpSpPr/>
          <p:nvPr/>
        </p:nvGrpSpPr>
        <p:grpSpPr>
          <a:xfrm>
            <a:off x="406160" y="5307966"/>
            <a:ext cx="1260000" cy="1260000"/>
            <a:chOff x="998400" y="364500"/>
            <a:chExt cx="1260000" cy="1260000"/>
          </a:xfrm>
        </p:grpSpPr>
        <p:sp>
          <p:nvSpPr>
            <p:cNvPr id="188" name="Retângulo 187">
              <a:extLst>
                <a:ext uri="{FF2B5EF4-FFF2-40B4-BE49-F238E27FC236}">
                  <a16:creationId xmlns:a16="http://schemas.microsoft.com/office/drawing/2014/main" id="{1E210918-889D-6ED3-3BEA-07ECDCBBCFFF}"/>
                </a:ext>
              </a:extLst>
            </p:cNvPr>
            <p:cNvSpPr/>
            <p:nvPr/>
          </p:nvSpPr>
          <p:spPr>
            <a:xfrm>
              <a:off x="998400" y="364500"/>
              <a:ext cx="1260000" cy="12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>
                <a:solidFill>
                  <a:schemeClr val="tx1"/>
                </a:solidFill>
              </a:endParaRPr>
            </a:p>
          </p:txBody>
        </p:sp>
        <p:sp>
          <p:nvSpPr>
            <p:cNvPr id="189" name="Retângulo 188">
              <a:extLst>
                <a:ext uri="{FF2B5EF4-FFF2-40B4-BE49-F238E27FC236}">
                  <a16:creationId xmlns:a16="http://schemas.microsoft.com/office/drawing/2014/main" id="{83C93639-238E-381F-3461-17C977B0C041}"/>
                </a:ext>
              </a:extLst>
            </p:cNvPr>
            <p:cNvSpPr/>
            <p:nvPr/>
          </p:nvSpPr>
          <p:spPr>
            <a:xfrm>
              <a:off x="1178400" y="54450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0" name="Retângulo 189">
              <a:extLst>
                <a:ext uri="{FF2B5EF4-FFF2-40B4-BE49-F238E27FC236}">
                  <a16:creationId xmlns:a16="http://schemas.microsoft.com/office/drawing/2014/main" id="{EA657AAF-739B-788C-7164-EDECE1580B77}"/>
                </a:ext>
              </a:extLst>
            </p:cNvPr>
            <p:cNvSpPr/>
            <p:nvPr/>
          </p:nvSpPr>
          <p:spPr>
            <a:xfrm>
              <a:off x="1538400" y="54450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91" name="Retângulo 190">
              <a:extLst>
                <a:ext uri="{FF2B5EF4-FFF2-40B4-BE49-F238E27FC236}">
                  <a16:creationId xmlns:a16="http://schemas.microsoft.com/office/drawing/2014/main" id="{3341D938-CD5B-CA52-7B35-43ABF366AC82}"/>
                </a:ext>
              </a:extLst>
            </p:cNvPr>
            <p:cNvSpPr/>
            <p:nvPr/>
          </p:nvSpPr>
          <p:spPr>
            <a:xfrm>
              <a:off x="1898400" y="54450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2" name="Retângulo 191">
              <a:extLst>
                <a:ext uri="{FF2B5EF4-FFF2-40B4-BE49-F238E27FC236}">
                  <a16:creationId xmlns:a16="http://schemas.microsoft.com/office/drawing/2014/main" id="{B2824329-B296-0021-E45D-1EC800F334B7}"/>
                </a:ext>
              </a:extLst>
            </p:cNvPr>
            <p:cNvSpPr/>
            <p:nvPr/>
          </p:nvSpPr>
          <p:spPr>
            <a:xfrm>
              <a:off x="1898400" y="90450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93" name="Retângulo 192">
              <a:extLst>
                <a:ext uri="{FF2B5EF4-FFF2-40B4-BE49-F238E27FC236}">
                  <a16:creationId xmlns:a16="http://schemas.microsoft.com/office/drawing/2014/main" id="{6E2CBF7A-87AA-A3DD-1330-97578ADA8A7B}"/>
                </a:ext>
              </a:extLst>
            </p:cNvPr>
            <p:cNvSpPr/>
            <p:nvPr/>
          </p:nvSpPr>
          <p:spPr>
            <a:xfrm>
              <a:off x="1898400" y="126450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94" name="Retângulo 193">
              <a:extLst>
                <a:ext uri="{FF2B5EF4-FFF2-40B4-BE49-F238E27FC236}">
                  <a16:creationId xmlns:a16="http://schemas.microsoft.com/office/drawing/2014/main" id="{E3E74D47-E28C-83C4-2F53-A344AE1AD4C3}"/>
                </a:ext>
              </a:extLst>
            </p:cNvPr>
            <p:cNvSpPr/>
            <p:nvPr/>
          </p:nvSpPr>
          <p:spPr>
            <a:xfrm>
              <a:off x="1178400" y="90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95" name="Retângulo 194">
              <a:extLst>
                <a:ext uri="{FF2B5EF4-FFF2-40B4-BE49-F238E27FC236}">
                  <a16:creationId xmlns:a16="http://schemas.microsoft.com/office/drawing/2014/main" id="{EF4F7C64-2C51-A856-458F-682E44880E12}"/>
                </a:ext>
              </a:extLst>
            </p:cNvPr>
            <p:cNvSpPr/>
            <p:nvPr/>
          </p:nvSpPr>
          <p:spPr>
            <a:xfrm>
              <a:off x="1538400" y="90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96" name="Retângulo 195">
              <a:extLst>
                <a:ext uri="{FF2B5EF4-FFF2-40B4-BE49-F238E27FC236}">
                  <a16:creationId xmlns:a16="http://schemas.microsoft.com/office/drawing/2014/main" id="{12A5E6C9-7F57-2618-328D-702035C51431}"/>
                </a:ext>
              </a:extLst>
            </p:cNvPr>
            <p:cNvSpPr/>
            <p:nvPr/>
          </p:nvSpPr>
          <p:spPr>
            <a:xfrm>
              <a:off x="1178400" y="1264500"/>
              <a:ext cx="180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97" name="Retângulo 196">
              <a:extLst>
                <a:ext uri="{FF2B5EF4-FFF2-40B4-BE49-F238E27FC236}">
                  <a16:creationId xmlns:a16="http://schemas.microsoft.com/office/drawing/2014/main" id="{C888D22F-479E-0081-150A-BD9AD5262BE2}"/>
                </a:ext>
              </a:extLst>
            </p:cNvPr>
            <p:cNvSpPr/>
            <p:nvPr/>
          </p:nvSpPr>
          <p:spPr>
            <a:xfrm>
              <a:off x="1538400" y="1264500"/>
              <a:ext cx="180000" cy="1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grpSp>
        <p:nvGrpSpPr>
          <p:cNvPr id="286" name="Agrupar 285">
            <a:extLst>
              <a:ext uri="{FF2B5EF4-FFF2-40B4-BE49-F238E27FC236}">
                <a16:creationId xmlns:a16="http://schemas.microsoft.com/office/drawing/2014/main" id="{2BBD89AB-5AC3-CA7D-CD4E-CA672454AEFA}"/>
              </a:ext>
            </a:extLst>
          </p:cNvPr>
          <p:cNvGrpSpPr/>
          <p:nvPr/>
        </p:nvGrpSpPr>
        <p:grpSpPr>
          <a:xfrm>
            <a:off x="3198480" y="907842"/>
            <a:ext cx="1260000" cy="1260000"/>
            <a:chOff x="4547698" y="804800"/>
            <a:chExt cx="1800000" cy="1800000"/>
          </a:xfrm>
        </p:grpSpPr>
        <p:sp>
          <p:nvSpPr>
            <p:cNvPr id="287" name="Retângulo 286">
              <a:extLst>
                <a:ext uri="{FF2B5EF4-FFF2-40B4-BE49-F238E27FC236}">
                  <a16:creationId xmlns:a16="http://schemas.microsoft.com/office/drawing/2014/main" id="{8D83DC4F-41ED-30AB-30BE-90F1A64797DE}"/>
                </a:ext>
              </a:extLst>
            </p:cNvPr>
            <p:cNvSpPr/>
            <p:nvPr/>
          </p:nvSpPr>
          <p:spPr>
            <a:xfrm>
              <a:off x="4547698" y="804800"/>
              <a:ext cx="1800000" cy="180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8" name="Elipse 287">
              <a:extLst>
                <a:ext uri="{FF2B5EF4-FFF2-40B4-BE49-F238E27FC236}">
                  <a16:creationId xmlns:a16="http://schemas.microsoft.com/office/drawing/2014/main" id="{918F2AF7-13C7-B957-4A6F-C41AAF62805E}"/>
                </a:ext>
              </a:extLst>
            </p:cNvPr>
            <p:cNvSpPr/>
            <p:nvPr/>
          </p:nvSpPr>
          <p:spPr>
            <a:xfrm>
              <a:off x="5357698" y="1020800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9" name="Elipse 288">
              <a:extLst>
                <a:ext uri="{FF2B5EF4-FFF2-40B4-BE49-F238E27FC236}">
                  <a16:creationId xmlns:a16="http://schemas.microsoft.com/office/drawing/2014/main" id="{20A603CF-E14F-A1C5-AC4D-F3BFB4D27421}"/>
                </a:ext>
              </a:extLst>
            </p:cNvPr>
            <p:cNvSpPr/>
            <p:nvPr/>
          </p:nvSpPr>
          <p:spPr>
            <a:xfrm>
              <a:off x="5027698" y="1416800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0" name="Elipse 289">
              <a:extLst>
                <a:ext uri="{FF2B5EF4-FFF2-40B4-BE49-F238E27FC236}">
                  <a16:creationId xmlns:a16="http://schemas.microsoft.com/office/drawing/2014/main" id="{AD084FD9-A78B-A235-4F33-52FA1BAB4515}"/>
                </a:ext>
              </a:extLst>
            </p:cNvPr>
            <p:cNvSpPr/>
            <p:nvPr/>
          </p:nvSpPr>
          <p:spPr>
            <a:xfrm>
              <a:off x="5687698" y="1416800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1" name="Elipse 290">
              <a:extLst>
                <a:ext uri="{FF2B5EF4-FFF2-40B4-BE49-F238E27FC236}">
                  <a16:creationId xmlns:a16="http://schemas.microsoft.com/office/drawing/2014/main" id="{D5790A79-FCCE-389C-E36E-7BA81EB140ED}"/>
                </a:ext>
              </a:extLst>
            </p:cNvPr>
            <p:cNvSpPr/>
            <p:nvPr/>
          </p:nvSpPr>
          <p:spPr>
            <a:xfrm>
              <a:off x="4763698" y="1812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2" name="Elipse 291">
              <a:extLst>
                <a:ext uri="{FF2B5EF4-FFF2-40B4-BE49-F238E27FC236}">
                  <a16:creationId xmlns:a16="http://schemas.microsoft.com/office/drawing/2014/main" id="{A66D710D-A15F-9406-62AC-34F6214B2A34}"/>
                </a:ext>
              </a:extLst>
            </p:cNvPr>
            <p:cNvSpPr/>
            <p:nvPr/>
          </p:nvSpPr>
          <p:spPr>
            <a:xfrm>
              <a:off x="5159698" y="1812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3" name="Elipse 292">
              <a:extLst>
                <a:ext uri="{FF2B5EF4-FFF2-40B4-BE49-F238E27FC236}">
                  <a16:creationId xmlns:a16="http://schemas.microsoft.com/office/drawing/2014/main" id="{397505A5-8844-A021-AAF5-DB2B59C6B4FD}"/>
                </a:ext>
              </a:extLst>
            </p:cNvPr>
            <p:cNvSpPr/>
            <p:nvPr/>
          </p:nvSpPr>
          <p:spPr>
            <a:xfrm>
              <a:off x="5555698" y="1812800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4" name="Elipse 293">
              <a:extLst>
                <a:ext uri="{FF2B5EF4-FFF2-40B4-BE49-F238E27FC236}">
                  <a16:creationId xmlns:a16="http://schemas.microsoft.com/office/drawing/2014/main" id="{7B7B4475-2545-7F4E-C4E2-95A3DBD5728B}"/>
                </a:ext>
              </a:extLst>
            </p:cNvPr>
            <p:cNvSpPr/>
            <p:nvPr/>
          </p:nvSpPr>
          <p:spPr>
            <a:xfrm>
              <a:off x="5951698" y="1812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5" name="Elipse 294">
              <a:extLst>
                <a:ext uri="{FF2B5EF4-FFF2-40B4-BE49-F238E27FC236}">
                  <a16:creationId xmlns:a16="http://schemas.microsoft.com/office/drawing/2014/main" id="{ABABE08E-2F39-7B24-E57A-39AC57C1A474}"/>
                </a:ext>
              </a:extLst>
            </p:cNvPr>
            <p:cNvSpPr/>
            <p:nvPr/>
          </p:nvSpPr>
          <p:spPr>
            <a:xfrm>
              <a:off x="5423698" y="2208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6" name="Elipse 295">
              <a:extLst>
                <a:ext uri="{FF2B5EF4-FFF2-40B4-BE49-F238E27FC236}">
                  <a16:creationId xmlns:a16="http://schemas.microsoft.com/office/drawing/2014/main" id="{196E221F-9879-45F3-12FD-0B631E0E8386}"/>
                </a:ext>
              </a:extLst>
            </p:cNvPr>
            <p:cNvSpPr/>
            <p:nvPr/>
          </p:nvSpPr>
          <p:spPr>
            <a:xfrm>
              <a:off x="5687698" y="2208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7" name="Conector reto 296">
              <a:extLst>
                <a:ext uri="{FF2B5EF4-FFF2-40B4-BE49-F238E27FC236}">
                  <a16:creationId xmlns:a16="http://schemas.microsoft.com/office/drawing/2014/main" id="{9AA935B7-8F39-8412-8B7B-28288FA81D69}"/>
                </a:ext>
              </a:extLst>
            </p:cNvPr>
            <p:cNvCxnSpPr>
              <a:stCxn id="288" idx="5"/>
              <a:endCxn id="290" idx="0"/>
            </p:cNvCxnSpPr>
            <p:nvPr/>
          </p:nvCxnSpPr>
          <p:spPr>
            <a:xfrm>
              <a:off x="5511338" y="1174440"/>
              <a:ext cx="266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to 297">
              <a:extLst>
                <a:ext uri="{FF2B5EF4-FFF2-40B4-BE49-F238E27FC236}">
                  <a16:creationId xmlns:a16="http://schemas.microsoft.com/office/drawing/2014/main" id="{3ED85304-9BDB-3E55-4076-C292C244F2AE}"/>
                </a:ext>
              </a:extLst>
            </p:cNvPr>
            <p:cNvCxnSpPr>
              <a:cxnSpLocks/>
              <a:stCxn id="288" idx="3"/>
              <a:endCxn id="289" idx="0"/>
            </p:cNvCxnSpPr>
            <p:nvPr/>
          </p:nvCxnSpPr>
          <p:spPr>
            <a:xfrm flipH="1">
              <a:off x="5117698" y="1174440"/>
              <a:ext cx="266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Conector reto 298">
              <a:extLst>
                <a:ext uri="{FF2B5EF4-FFF2-40B4-BE49-F238E27FC236}">
                  <a16:creationId xmlns:a16="http://schemas.microsoft.com/office/drawing/2014/main" id="{25E69605-7C94-AC61-FFF7-A0F31610A04A}"/>
                </a:ext>
              </a:extLst>
            </p:cNvPr>
            <p:cNvCxnSpPr>
              <a:cxnSpLocks/>
              <a:stCxn id="289" idx="3"/>
              <a:endCxn id="291" idx="0"/>
            </p:cNvCxnSpPr>
            <p:nvPr/>
          </p:nvCxnSpPr>
          <p:spPr>
            <a:xfrm flipH="1">
              <a:off x="4853698" y="1570440"/>
              <a:ext cx="200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Conector reto 299">
              <a:extLst>
                <a:ext uri="{FF2B5EF4-FFF2-40B4-BE49-F238E27FC236}">
                  <a16:creationId xmlns:a16="http://schemas.microsoft.com/office/drawing/2014/main" id="{227DA60E-FD36-3698-D197-6DF01601DFFD}"/>
                </a:ext>
              </a:extLst>
            </p:cNvPr>
            <p:cNvCxnSpPr>
              <a:cxnSpLocks/>
              <a:stCxn id="289" idx="5"/>
              <a:endCxn id="292" idx="0"/>
            </p:cNvCxnSpPr>
            <p:nvPr/>
          </p:nvCxnSpPr>
          <p:spPr>
            <a:xfrm>
              <a:off x="5181338" y="1570440"/>
              <a:ext cx="68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Conector reto 300">
              <a:extLst>
                <a:ext uri="{FF2B5EF4-FFF2-40B4-BE49-F238E27FC236}">
                  <a16:creationId xmlns:a16="http://schemas.microsoft.com/office/drawing/2014/main" id="{080CCDC2-79D6-962F-6C71-0F8F435D3D7A}"/>
                </a:ext>
              </a:extLst>
            </p:cNvPr>
            <p:cNvCxnSpPr>
              <a:cxnSpLocks/>
              <a:stCxn id="290" idx="3"/>
              <a:endCxn id="293" idx="0"/>
            </p:cNvCxnSpPr>
            <p:nvPr/>
          </p:nvCxnSpPr>
          <p:spPr>
            <a:xfrm flipH="1">
              <a:off x="5645698" y="1570440"/>
              <a:ext cx="68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 reto 301">
              <a:extLst>
                <a:ext uri="{FF2B5EF4-FFF2-40B4-BE49-F238E27FC236}">
                  <a16:creationId xmlns:a16="http://schemas.microsoft.com/office/drawing/2014/main" id="{679912FF-4BA4-BDB5-9D27-6681ED31AE3C}"/>
                </a:ext>
              </a:extLst>
            </p:cNvPr>
            <p:cNvCxnSpPr>
              <a:cxnSpLocks/>
              <a:stCxn id="290" idx="5"/>
              <a:endCxn id="294" idx="0"/>
            </p:cNvCxnSpPr>
            <p:nvPr/>
          </p:nvCxnSpPr>
          <p:spPr>
            <a:xfrm>
              <a:off x="5841338" y="1570440"/>
              <a:ext cx="200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Conector reto 302">
              <a:extLst>
                <a:ext uri="{FF2B5EF4-FFF2-40B4-BE49-F238E27FC236}">
                  <a16:creationId xmlns:a16="http://schemas.microsoft.com/office/drawing/2014/main" id="{BE3250DC-C959-E0CF-275F-BC0354A4A81A}"/>
                </a:ext>
              </a:extLst>
            </p:cNvPr>
            <p:cNvCxnSpPr>
              <a:cxnSpLocks/>
              <a:stCxn id="293" idx="5"/>
              <a:endCxn id="296" idx="0"/>
            </p:cNvCxnSpPr>
            <p:nvPr/>
          </p:nvCxnSpPr>
          <p:spPr>
            <a:xfrm>
              <a:off x="5709338" y="1966440"/>
              <a:ext cx="68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Conector reto 303">
              <a:extLst>
                <a:ext uri="{FF2B5EF4-FFF2-40B4-BE49-F238E27FC236}">
                  <a16:creationId xmlns:a16="http://schemas.microsoft.com/office/drawing/2014/main" id="{FC4A1BB6-1440-E1ED-1403-55017FA5810E}"/>
                </a:ext>
              </a:extLst>
            </p:cNvPr>
            <p:cNvCxnSpPr>
              <a:cxnSpLocks/>
              <a:stCxn id="293" idx="3"/>
              <a:endCxn id="295" idx="0"/>
            </p:cNvCxnSpPr>
            <p:nvPr/>
          </p:nvCxnSpPr>
          <p:spPr>
            <a:xfrm flipH="1">
              <a:off x="5513698" y="1966440"/>
              <a:ext cx="68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5" name="Agrupar 304">
            <a:extLst>
              <a:ext uri="{FF2B5EF4-FFF2-40B4-BE49-F238E27FC236}">
                <a16:creationId xmlns:a16="http://schemas.microsoft.com/office/drawing/2014/main" id="{B4C9B589-0B5E-F43D-61C2-20C3EAD984A7}"/>
              </a:ext>
            </a:extLst>
          </p:cNvPr>
          <p:cNvGrpSpPr/>
          <p:nvPr/>
        </p:nvGrpSpPr>
        <p:grpSpPr>
          <a:xfrm>
            <a:off x="3198480" y="3107904"/>
            <a:ext cx="1260000" cy="1260000"/>
            <a:chOff x="4547698" y="804800"/>
            <a:chExt cx="1800000" cy="1800000"/>
          </a:xfrm>
        </p:grpSpPr>
        <p:sp>
          <p:nvSpPr>
            <p:cNvPr id="306" name="Retângulo 305">
              <a:extLst>
                <a:ext uri="{FF2B5EF4-FFF2-40B4-BE49-F238E27FC236}">
                  <a16:creationId xmlns:a16="http://schemas.microsoft.com/office/drawing/2014/main" id="{FCF5FDBD-0854-8647-5658-09DC34A48373}"/>
                </a:ext>
              </a:extLst>
            </p:cNvPr>
            <p:cNvSpPr/>
            <p:nvPr/>
          </p:nvSpPr>
          <p:spPr>
            <a:xfrm>
              <a:off x="4547698" y="804800"/>
              <a:ext cx="1800000" cy="180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7" name="Elipse 306">
              <a:extLst>
                <a:ext uri="{FF2B5EF4-FFF2-40B4-BE49-F238E27FC236}">
                  <a16:creationId xmlns:a16="http://schemas.microsoft.com/office/drawing/2014/main" id="{0D8D6DCA-0196-3EE0-9573-F8A49A60780C}"/>
                </a:ext>
              </a:extLst>
            </p:cNvPr>
            <p:cNvSpPr/>
            <p:nvPr/>
          </p:nvSpPr>
          <p:spPr>
            <a:xfrm>
              <a:off x="5357698" y="1020800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8" name="Elipse 307">
              <a:extLst>
                <a:ext uri="{FF2B5EF4-FFF2-40B4-BE49-F238E27FC236}">
                  <a16:creationId xmlns:a16="http://schemas.microsoft.com/office/drawing/2014/main" id="{54D0EC4A-06BB-1F9C-122D-072C3B4CCFFC}"/>
                </a:ext>
              </a:extLst>
            </p:cNvPr>
            <p:cNvSpPr/>
            <p:nvPr/>
          </p:nvSpPr>
          <p:spPr>
            <a:xfrm>
              <a:off x="5027698" y="1416800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9" name="Elipse 308">
              <a:extLst>
                <a:ext uri="{FF2B5EF4-FFF2-40B4-BE49-F238E27FC236}">
                  <a16:creationId xmlns:a16="http://schemas.microsoft.com/office/drawing/2014/main" id="{F473B6B2-D34D-362E-1F57-0694F5A371F1}"/>
                </a:ext>
              </a:extLst>
            </p:cNvPr>
            <p:cNvSpPr/>
            <p:nvPr/>
          </p:nvSpPr>
          <p:spPr>
            <a:xfrm>
              <a:off x="5687698" y="1416800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0" name="Elipse 309">
              <a:extLst>
                <a:ext uri="{FF2B5EF4-FFF2-40B4-BE49-F238E27FC236}">
                  <a16:creationId xmlns:a16="http://schemas.microsoft.com/office/drawing/2014/main" id="{498BE62F-B208-7766-381E-1483342F5277}"/>
                </a:ext>
              </a:extLst>
            </p:cNvPr>
            <p:cNvSpPr/>
            <p:nvPr/>
          </p:nvSpPr>
          <p:spPr>
            <a:xfrm>
              <a:off x="4763698" y="1812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1" name="Elipse 310">
              <a:extLst>
                <a:ext uri="{FF2B5EF4-FFF2-40B4-BE49-F238E27FC236}">
                  <a16:creationId xmlns:a16="http://schemas.microsoft.com/office/drawing/2014/main" id="{35C87642-3A71-F448-3F75-C014FA880106}"/>
                </a:ext>
              </a:extLst>
            </p:cNvPr>
            <p:cNvSpPr/>
            <p:nvPr/>
          </p:nvSpPr>
          <p:spPr>
            <a:xfrm>
              <a:off x="5159698" y="1812800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2" name="Elipse 311">
              <a:extLst>
                <a:ext uri="{FF2B5EF4-FFF2-40B4-BE49-F238E27FC236}">
                  <a16:creationId xmlns:a16="http://schemas.microsoft.com/office/drawing/2014/main" id="{514FAEE7-C59A-30A3-696F-0B6C7FA02598}"/>
                </a:ext>
              </a:extLst>
            </p:cNvPr>
            <p:cNvSpPr/>
            <p:nvPr/>
          </p:nvSpPr>
          <p:spPr>
            <a:xfrm>
              <a:off x="5555698" y="1812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3" name="Elipse 312">
              <a:extLst>
                <a:ext uri="{FF2B5EF4-FFF2-40B4-BE49-F238E27FC236}">
                  <a16:creationId xmlns:a16="http://schemas.microsoft.com/office/drawing/2014/main" id="{24E28C05-57F0-7771-B175-D2DEA9F0026E}"/>
                </a:ext>
              </a:extLst>
            </p:cNvPr>
            <p:cNvSpPr/>
            <p:nvPr/>
          </p:nvSpPr>
          <p:spPr>
            <a:xfrm>
              <a:off x="5951698" y="1812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16" name="Conector reto 315">
              <a:extLst>
                <a:ext uri="{FF2B5EF4-FFF2-40B4-BE49-F238E27FC236}">
                  <a16:creationId xmlns:a16="http://schemas.microsoft.com/office/drawing/2014/main" id="{FB75879B-359B-9073-7D8F-C755200CF0E7}"/>
                </a:ext>
              </a:extLst>
            </p:cNvPr>
            <p:cNvCxnSpPr>
              <a:cxnSpLocks/>
              <a:stCxn id="307" idx="5"/>
              <a:endCxn id="309" idx="0"/>
            </p:cNvCxnSpPr>
            <p:nvPr/>
          </p:nvCxnSpPr>
          <p:spPr>
            <a:xfrm>
              <a:off x="5511338" y="1174440"/>
              <a:ext cx="266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Conector reto 316">
              <a:extLst>
                <a:ext uri="{FF2B5EF4-FFF2-40B4-BE49-F238E27FC236}">
                  <a16:creationId xmlns:a16="http://schemas.microsoft.com/office/drawing/2014/main" id="{EB9D5052-80B5-A2DA-E8D5-1E4187369AB5}"/>
                </a:ext>
              </a:extLst>
            </p:cNvPr>
            <p:cNvCxnSpPr>
              <a:cxnSpLocks/>
              <a:stCxn id="307" idx="3"/>
              <a:endCxn id="308" idx="0"/>
            </p:cNvCxnSpPr>
            <p:nvPr/>
          </p:nvCxnSpPr>
          <p:spPr>
            <a:xfrm flipH="1">
              <a:off x="5117698" y="1174440"/>
              <a:ext cx="266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Conector reto 317">
              <a:extLst>
                <a:ext uri="{FF2B5EF4-FFF2-40B4-BE49-F238E27FC236}">
                  <a16:creationId xmlns:a16="http://schemas.microsoft.com/office/drawing/2014/main" id="{741B09BB-0314-E3E4-AC58-5D1B872C60F9}"/>
                </a:ext>
              </a:extLst>
            </p:cNvPr>
            <p:cNvCxnSpPr>
              <a:cxnSpLocks/>
              <a:stCxn id="308" idx="3"/>
              <a:endCxn id="310" idx="0"/>
            </p:cNvCxnSpPr>
            <p:nvPr/>
          </p:nvCxnSpPr>
          <p:spPr>
            <a:xfrm flipH="1">
              <a:off x="4853698" y="1570440"/>
              <a:ext cx="200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 reto 318">
              <a:extLst>
                <a:ext uri="{FF2B5EF4-FFF2-40B4-BE49-F238E27FC236}">
                  <a16:creationId xmlns:a16="http://schemas.microsoft.com/office/drawing/2014/main" id="{21AE0250-84F5-81EF-B80A-925DA96419F6}"/>
                </a:ext>
              </a:extLst>
            </p:cNvPr>
            <p:cNvCxnSpPr>
              <a:cxnSpLocks/>
              <a:stCxn id="308" idx="5"/>
              <a:endCxn id="311" idx="0"/>
            </p:cNvCxnSpPr>
            <p:nvPr/>
          </p:nvCxnSpPr>
          <p:spPr>
            <a:xfrm>
              <a:off x="5181338" y="1570440"/>
              <a:ext cx="68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 reto 319">
              <a:extLst>
                <a:ext uri="{FF2B5EF4-FFF2-40B4-BE49-F238E27FC236}">
                  <a16:creationId xmlns:a16="http://schemas.microsoft.com/office/drawing/2014/main" id="{4488B54B-F07C-1870-FED6-2CAA5029FC0D}"/>
                </a:ext>
              </a:extLst>
            </p:cNvPr>
            <p:cNvCxnSpPr>
              <a:cxnSpLocks/>
              <a:stCxn id="309" idx="3"/>
              <a:endCxn id="312" idx="0"/>
            </p:cNvCxnSpPr>
            <p:nvPr/>
          </p:nvCxnSpPr>
          <p:spPr>
            <a:xfrm flipH="1">
              <a:off x="5645698" y="1570440"/>
              <a:ext cx="68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Conector reto 320">
              <a:extLst>
                <a:ext uri="{FF2B5EF4-FFF2-40B4-BE49-F238E27FC236}">
                  <a16:creationId xmlns:a16="http://schemas.microsoft.com/office/drawing/2014/main" id="{652E5E71-9971-F773-8D98-01079F68FA53}"/>
                </a:ext>
              </a:extLst>
            </p:cNvPr>
            <p:cNvCxnSpPr>
              <a:cxnSpLocks/>
              <a:stCxn id="309" idx="5"/>
              <a:endCxn id="313" idx="0"/>
            </p:cNvCxnSpPr>
            <p:nvPr/>
          </p:nvCxnSpPr>
          <p:spPr>
            <a:xfrm>
              <a:off x="5841338" y="1570440"/>
              <a:ext cx="200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6" name="Elipse 395">
              <a:extLst>
                <a:ext uri="{FF2B5EF4-FFF2-40B4-BE49-F238E27FC236}">
                  <a16:creationId xmlns:a16="http://schemas.microsoft.com/office/drawing/2014/main" id="{BAB7CC70-4B5C-F193-15D4-FB541EBA0C2A}"/>
                </a:ext>
              </a:extLst>
            </p:cNvPr>
            <p:cNvSpPr/>
            <p:nvPr/>
          </p:nvSpPr>
          <p:spPr>
            <a:xfrm>
              <a:off x="5027698" y="2208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7" name="Elipse 396">
              <a:extLst>
                <a:ext uri="{FF2B5EF4-FFF2-40B4-BE49-F238E27FC236}">
                  <a16:creationId xmlns:a16="http://schemas.microsoft.com/office/drawing/2014/main" id="{92C73415-5273-F1EE-D12E-3A8803C34448}"/>
                </a:ext>
              </a:extLst>
            </p:cNvPr>
            <p:cNvSpPr/>
            <p:nvPr/>
          </p:nvSpPr>
          <p:spPr>
            <a:xfrm>
              <a:off x="5291698" y="2208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98" name="Conector reto 397">
              <a:extLst>
                <a:ext uri="{FF2B5EF4-FFF2-40B4-BE49-F238E27FC236}">
                  <a16:creationId xmlns:a16="http://schemas.microsoft.com/office/drawing/2014/main" id="{30AA5E66-25FC-A22B-B6EE-5FB6360F3849}"/>
                </a:ext>
              </a:extLst>
            </p:cNvPr>
            <p:cNvCxnSpPr>
              <a:cxnSpLocks/>
              <a:stCxn id="311" idx="3"/>
              <a:endCxn id="396" idx="0"/>
            </p:cNvCxnSpPr>
            <p:nvPr/>
          </p:nvCxnSpPr>
          <p:spPr>
            <a:xfrm flipH="1">
              <a:off x="5117698" y="1966440"/>
              <a:ext cx="68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Conector reto 400">
              <a:extLst>
                <a:ext uri="{FF2B5EF4-FFF2-40B4-BE49-F238E27FC236}">
                  <a16:creationId xmlns:a16="http://schemas.microsoft.com/office/drawing/2014/main" id="{03E33C1E-0528-A672-793C-7AFF44632299}"/>
                </a:ext>
              </a:extLst>
            </p:cNvPr>
            <p:cNvCxnSpPr>
              <a:cxnSpLocks/>
              <a:stCxn id="311" idx="5"/>
              <a:endCxn id="397" idx="0"/>
            </p:cNvCxnSpPr>
            <p:nvPr/>
          </p:nvCxnSpPr>
          <p:spPr>
            <a:xfrm>
              <a:off x="5313338" y="1966440"/>
              <a:ext cx="68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4" name="Agrupar 323">
            <a:extLst>
              <a:ext uri="{FF2B5EF4-FFF2-40B4-BE49-F238E27FC236}">
                <a16:creationId xmlns:a16="http://schemas.microsoft.com/office/drawing/2014/main" id="{09ADA01A-93A3-0AD1-3180-F19670977C37}"/>
              </a:ext>
            </a:extLst>
          </p:cNvPr>
          <p:cNvGrpSpPr/>
          <p:nvPr/>
        </p:nvGrpSpPr>
        <p:grpSpPr>
          <a:xfrm>
            <a:off x="3198480" y="5307966"/>
            <a:ext cx="1260000" cy="1260000"/>
            <a:chOff x="4547698" y="804800"/>
            <a:chExt cx="1800000" cy="1800000"/>
          </a:xfrm>
        </p:grpSpPr>
        <p:sp>
          <p:nvSpPr>
            <p:cNvPr id="325" name="Retângulo 324">
              <a:extLst>
                <a:ext uri="{FF2B5EF4-FFF2-40B4-BE49-F238E27FC236}">
                  <a16:creationId xmlns:a16="http://schemas.microsoft.com/office/drawing/2014/main" id="{64F8147F-72F0-C301-72B3-52F9F3C8A683}"/>
                </a:ext>
              </a:extLst>
            </p:cNvPr>
            <p:cNvSpPr/>
            <p:nvPr/>
          </p:nvSpPr>
          <p:spPr>
            <a:xfrm>
              <a:off x="4547698" y="804800"/>
              <a:ext cx="1800000" cy="180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6" name="Elipse 325">
              <a:extLst>
                <a:ext uri="{FF2B5EF4-FFF2-40B4-BE49-F238E27FC236}">
                  <a16:creationId xmlns:a16="http://schemas.microsoft.com/office/drawing/2014/main" id="{400E2843-3A23-29C3-7B95-591E98E988A7}"/>
                </a:ext>
              </a:extLst>
            </p:cNvPr>
            <p:cNvSpPr/>
            <p:nvPr/>
          </p:nvSpPr>
          <p:spPr>
            <a:xfrm>
              <a:off x="5357698" y="1020800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7" name="Elipse 326">
              <a:extLst>
                <a:ext uri="{FF2B5EF4-FFF2-40B4-BE49-F238E27FC236}">
                  <a16:creationId xmlns:a16="http://schemas.microsoft.com/office/drawing/2014/main" id="{AFEF8B72-2198-4285-CDB1-7F13DD502039}"/>
                </a:ext>
              </a:extLst>
            </p:cNvPr>
            <p:cNvSpPr/>
            <p:nvPr/>
          </p:nvSpPr>
          <p:spPr>
            <a:xfrm>
              <a:off x="5027698" y="1416800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8" name="Elipse 327">
              <a:extLst>
                <a:ext uri="{FF2B5EF4-FFF2-40B4-BE49-F238E27FC236}">
                  <a16:creationId xmlns:a16="http://schemas.microsoft.com/office/drawing/2014/main" id="{E18CD116-69A5-4D06-1775-AC674C657484}"/>
                </a:ext>
              </a:extLst>
            </p:cNvPr>
            <p:cNvSpPr/>
            <p:nvPr/>
          </p:nvSpPr>
          <p:spPr>
            <a:xfrm>
              <a:off x="5687698" y="1416800"/>
              <a:ext cx="180000" cy="180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9" name="Elipse 328">
              <a:extLst>
                <a:ext uri="{FF2B5EF4-FFF2-40B4-BE49-F238E27FC236}">
                  <a16:creationId xmlns:a16="http://schemas.microsoft.com/office/drawing/2014/main" id="{09116F89-F676-B036-8CF4-8D772BEC8725}"/>
                </a:ext>
              </a:extLst>
            </p:cNvPr>
            <p:cNvSpPr/>
            <p:nvPr/>
          </p:nvSpPr>
          <p:spPr>
            <a:xfrm>
              <a:off x="4763698" y="1812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0" name="Elipse 329">
              <a:extLst>
                <a:ext uri="{FF2B5EF4-FFF2-40B4-BE49-F238E27FC236}">
                  <a16:creationId xmlns:a16="http://schemas.microsoft.com/office/drawing/2014/main" id="{CE77F1F5-437B-2699-7CDD-B9F35B057239}"/>
                </a:ext>
              </a:extLst>
            </p:cNvPr>
            <p:cNvSpPr/>
            <p:nvPr/>
          </p:nvSpPr>
          <p:spPr>
            <a:xfrm>
              <a:off x="5159698" y="1812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1" name="Elipse 330">
              <a:extLst>
                <a:ext uri="{FF2B5EF4-FFF2-40B4-BE49-F238E27FC236}">
                  <a16:creationId xmlns:a16="http://schemas.microsoft.com/office/drawing/2014/main" id="{9A1BF3D3-29D5-595F-B34D-65FA3934A005}"/>
                </a:ext>
              </a:extLst>
            </p:cNvPr>
            <p:cNvSpPr/>
            <p:nvPr/>
          </p:nvSpPr>
          <p:spPr>
            <a:xfrm>
              <a:off x="5555698" y="1812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2" name="Elipse 331">
              <a:extLst>
                <a:ext uri="{FF2B5EF4-FFF2-40B4-BE49-F238E27FC236}">
                  <a16:creationId xmlns:a16="http://schemas.microsoft.com/office/drawing/2014/main" id="{224F611F-F48E-B697-6B4D-B30F907BB1CE}"/>
                </a:ext>
              </a:extLst>
            </p:cNvPr>
            <p:cNvSpPr/>
            <p:nvPr/>
          </p:nvSpPr>
          <p:spPr>
            <a:xfrm>
              <a:off x="5951698" y="1812800"/>
              <a:ext cx="180000" cy="18000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35" name="Conector reto 334">
              <a:extLst>
                <a:ext uri="{FF2B5EF4-FFF2-40B4-BE49-F238E27FC236}">
                  <a16:creationId xmlns:a16="http://schemas.microsoft.com/office/drawing/2014/main" id="{A01C2573-AEE8-D394-70B4-3FC6462F290E}"/>
                </a:ext>
              </a:extLst>
            </p:cNvPr>
            <p:cNvCxnSpPr>
              <a:stCxn id="326" idx="5"/>
              <a:endCxn id="328" idx="0"/>
            </p:cNvCxnSpPr>
            <p:nvPr/>
          </p:nvCxnSpPr>
          <p:spPr>
            <a:xfrm>
              <a:off x="5511338" y="1174440"/>
              <a:ext cx="266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Conector reto 335">
              <a:extLst>
                <a:ext uri="{FF2B5EF4-FFF2-40B4-BE49-F238E27FC236}">
                  <a16:creationId xmlns:a16="http://schemas.microsoft.com/office/drawing/2014/main" id="{BAC25328-A33D-D781-6AA1-DF786B78E001}"/>
                </a:ext>
              </a:extLst>
            </p:cNvPr>
            <p:cNvCxnSpPr>
              <a:cxnSpLocks/>
              <a:stCxn id="326" idx="3"/>
              <a:endCxn id="327" idx="0"/>
            </p:cNvCxnSpPr>
            <p:nvPr/>
          </p:nvCxnSpPr>
          <p:spPr>
            <a:xfrm flipH="1">
              <a:off x="5117698" y="1174440"/>
              <a:ext cx="266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Conector reto 336">
              <a:extLst>
                <a:ext uri="{FF2B5EF4-FFF2-40B4-BE49-F238E27FC236}">
                  <a16:creationId xmlns:a16="http://schemas.microsoft.com/office/drawing/2014/main" id="{714B5439-B7BA-4335-617B-418F9C2C19E8}"/>
                </a:ext>
              </a:extLst>
            </p:cNvPr>
            <p:cNvCxnSpPr>
              <a:cxnSpLocks/>
              <a:stCxn id="327" idx="3"/>
              <a:endCxn id="329" idx="0"/>
            </p:cNvCxnSpPr>
            <p:nvPr/>
          </p:nvCxnSpPr>
          <p:spPr>
            <a:xfrm flipH="1">
              <a:off x="4853698" y="1570440"/>
              <a:ext cx="200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Conector reto 337">
              <a:extLst>
                <a:ext uri="{FF2B5EF4-FFF2-40B4-BE49-F238E27FC236}">
                  <a16:creationId xmlns:a16="http://schemas.microsoft.com/office/drawing/2014/main" id="{4B849DC2-646A-ED8F-F412-1CA3B654EDDF}"/>
                </a:ext>
              </a:extLst>
            </p:cNvPr>
            <p:cNvCxnSpPr>
              <a:cxnSpLocks/>
              <a:stCxn id="327" idx="5"/>
              <a:endCxn id="330" idx="0"/>
            </p:cNvCxnSpPr>
            <p:nvPr/>
          </p:nvCxnSpPr>
          <p:spPr>
            <a:xfrm>
              <a:off x="5181338" y="1570440"/>
              <a:ext cx="68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Conector reto 338">
              <a:extLst>
                <a:ext uri="{FF2B5EF4-FFF2-40B4-BE49-F238E27FC236}">
                  <a16:creationId xmlns:a16="http://schemas.microsoft.com/office/drawing/2014/main" id="{937E8193-A912-6AF8-5AF6-BA3BB6B4C4B0}"/>
                </a:ext>
              </a:extLst>
            </p:cNvPr>
            <p:cNvCxnSpPr>
              <a:cxnSpLocks/>
              <a:stCxn id="328" idx="3"/>
              <a:endCxn id="331" idx="0"/>
            </p:cNvCxnSpPr>
            <p:nvPr/>
          </p:nvCxnSpPr>
          <p:spPr>
            <a:xfrm flipH="1">
              <a:off x="5645698" y="1570440"/>
              <a:ext cx="68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Conector reto 339">
              <a:extLst>
                <a:ext uri="{FF2B5EF4-FFF2-40B4-BE49-F238E27FC236}">
                  <a16:creationId xmlns:a16="http://schemas.microsoft.com/office/drawing/2014/main" id="{A9C33AE7-630C-EFB2-9A8E-A096838F5633}"/>
                </a:ext>
              </a:extLst>
            </p:cNvPr>
            <p:cNvCxnSpPr>
              <a:cxnSpLocks/>
              <a:stCxn id="328" idx="5"/>
              <a:endCxn id="332" idx="0"/>
            </p:cNvCxnSpPr>
            <p:nvPr/>
          </p:nvCxnSpPr>
          <p:spPr>
            <a:xfrm>
              <a:off x="5841338" y="1570440"/>
              <a:ext cx="200360" cy="24236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6" name="Retângulo 345">
            <a:extLst>
              <a:ext uri="{FF2B5EF4-FFF2-40B4-BE49-F238E27FC236}">
                <a16:creationId xmlns:a16="http://schemas.microsoft.com/office/drawing/2014/main" id="{E2CC98D3-55B2-2E7E-E680-4FF52A879B8E}"/>
              </a:ext>
            </a:extLst>
          </p:cNvPr>
          <p:cNvSpPr>
            <a:spLocks/>
          </p:cNvSpPr>
          <p:nvPr/>
        </p:nvSpPr>
        <p:spPr>
          <a:xfrm>
            <a:off x="207310" y="290031"/>
            <a:ext cx="1657700" cy="32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Conjunto de treino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8" name="Retângulo 357">
                <a:extLst>
                  <a:ext uri="{FF2B5EF4-FFF2-40B4-BE49-F238E27FC236}">
                    <a16:creationId xmlns:a16="http://schemas.microsoft.com/office/drawing/2014/main" id="{EB49F1FB-3F86-1140-FBE6-9347C5EB9F23}"/>
                  </a:ext>
                </a:extLst>
              </p:cNvPr>
              <p:cNvSpPr/>
              <p:nvPr/>
            </p:nvSpPr>
            <p:spPr>
              <a:xfrm>
                <a:off x="3198480" y="268649"/>
                <a:ext cx="1260000" cy="3277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>
                    <a:solidFill>
                      <a:schemeClr val="tx1"/>
                    </a:solidFill>
                  </a:rPr>
                  <a:t>Modelos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pt-B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58" name="Retângulo 357">
                <a:extLst>
                  <a:ext uri="{FF2B5EF4-FFF2-40B4-BE49-F238E27FC236}">
                    <a16:creationId xmlns:a16="http://schemas.microsoft.com/office/drawing/2014/main" id="{EB49F1FB-3F86-1140-FBE6-9347C5EB9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480" y="268649"/>
                <a:ext cx="1260000" cy="327780"/>
              </a:xfrm>
              <a:prstGeom prst="rect">
                <a:avLst/>
              </a:prstGeom>
              <a:blipFill>
                <a:blip r:embed="rId3"/>
                <a:stretch>
                  <a:fillRect b="-148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7" name="Retângulo 376">
            <a:extLst>
              <a:ext uri="{FF2B5EF4-FFF2-40B4-BE49-F238E27FC236}">
                <a16:creationId xmlns:a16="http://schemas.microsoft.com/office/drawing/2014/main" id="{90491B51-C0D6-503C-34C7-8603F18AD9B6}"/>
              </a:ext>
            </a:extLst>
          </p:cNvPr>
          <p:cNvSpPr/>
          <p:nvPr/>
        </p:nvSpPr>
        <p:spPr>
          <a:xfrm>
            <a:off x="5990800" y="291980"/>
            <a:ext cx="1260000" cy="32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Resultados</a:t>
            </a:r>
          </a:p>
        </p:txBody>
      </p:sp>
      <p:cxnSp>
        <p:nvCxnSpPr>
          <p:cNvPr id="405" name="Conector de Seta Reta 404">
            <a:extLst>
              <a:ext uri="{FF2B5EF4-FFF2-40B4-BE49-F238E27FC236}">
                <a16:creationId xmlns:a16="http://schemas.microsoft.com/office/drawing/2014/main" id="{1E75F11F-51B8-DC8A-199B-2E2EE83E33BB}"/>
              </a:ext>
            </a:extLst>
          </p:cNvPr>
          <p:cNvCxnSpPr>
            <a:cxnSpLocks/>
          </p:cNvCxnSpPr>
          <p:nvPr/>
        </p:nvCxnSpPr>
        <p:spPr>
          <a:xfrm>
            <a:off x="2072320" y="1537842"/>
            <a:ext cx="720000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ector de Seta Reta 405">
            <a:extLst>
              <a:ext uri="{FF2B5EF4-FFF2-40B4-BE49-F238E27FC236}">
                <a16:creationId xmlns:a16="http://schemas.microsoft.com/office/drawing/2014/main" id="{E3FE4601-1BB1-032F-A831-F8CBDEC403E2}"/>
              </a:ext>
            </a:extLst>
          </p:cNvPr>
          <p:cNvCxnSpPr>
            <a:cxnSpLocks/>
          </p:cNvCxnSpPr>
          <p:nvPr/>
        </p:nvCxnSpPr>
        <p:spPr>
          <a:xfrm>
            <a:off x="4864640" y="1537842"/>
            <a:ext cx="720000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ector de Seta Reta 406">
            <a:extLst>
              <a:ext uri="{FF2B5EF4-FFF2-40B4-BE49-F238E27FC236}">
                <a16:creationId xmlns:a16="http://schemas.microsoft.com/office/drawing/2014/main" id="{CE1D3D9F-EFE8-5F2F-A977-3888F5CBB7AA}"/>
              </a:ext>
            </a:extLst>
          </p:cNvPr>
          <p:cNvCxnSpPr>
            <a:cxnSpLocks/>
          </p:cNvCxnSpPr>
          <p:nvPr/>
        </p:nvCxnSpPr>
        <p:spPr>
          <a:xfrm>
            <a:off x="2072320" y="3737904"/>
            <a:ext cx="720000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ector de Seta Reta 407">
            <a:extLst>
              <a:ext uri="{FF2B5EF4-FFF2-40B4-BE49-F238E27FC236}">
                <a16:creationId xmlns:a16="http://schemas.microsoft.com/office/drawing/2014/main" id="{9A71FB07-99E5-04C9-26D3-1C4BA41D1EF5}"/>
              </a:ext>
            </a:extLst>
          </p:cNvPr>
          <p:cNvCxnSpPr>
            <a:cxnSpLocks/>
          </p:cNvCxnSpPr>
          <p:nvPr/>
        </p:nvCxnSpPr>
        <p:spPr>
          <a:xfrm>
            <a:off x="4864640" y="3737904"/>
            <a:ext cx="720000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ector de Seta Reta 408">
            <a:extLst>
              <a:ext uri="{FF2B5EF4-FFF2-40B4-BE49-F238E27FC236}">
                <a16:creationId xmlns:a16="http://schemas.microsoft.com/office/drawing/2014/main" id="{2DBEEC93-338A-23F2-81B8-F43741B4AAA5}"/>
              </a:ext>
            </a:extLst>
          </p:cNvPr>
          <p:cNvCxnSpPr>
            <a:cxnSpLocks/>
          </p:cNvCxnSpPr>
          <p:nvPr/>
        </p:nvCxnSpPr>
        <p:spPr>
          <a:xfrm>
            <a:off x="2072320" y="5937966"/>
            <a:ext cx="720000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ector de Seta Reta 409">
            <a:extLst>
              <a:ext uri="{FF2B5EF4-FFF2-40B4-BE49-F238E27FC236}">
                <a16:creationId xmlns:a16="http://schemas.microsoft.com/office/drawing/2014/main" id="{7CF32C6C-F1DB-6B92-E7B7-C3EF8032B882}"/>
              </a:ext>
            </a:extLst>
          </p:cNvPr>
          <p:cNvCxnSpPr>
            <a:cxnSpLocks/>
          </p:cNvCxnSpPr>
          <p:nvPr/>
        </p:nvCxnSpPr>
        <p:spPr>
          <a:xfrm>
            <a:off x="4864640" y="5937966"/>
            <a:ext cx="720000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ector: Angulado 412">
            <a:extLst>
              <a:ext uri="{FF2B5EF4-FFF2-40B4-BE49-F238E27FC236}">
                <a16:creationId xmlns:a16="http://schemas.microsoft.com/office/drawing/2014/main" id="{F9AE8FF7-1406-E196-AEBD-8A0BEEBDD2DC}"/>
              </a:ext>
            </a:extLst>
          </p:cNvPr>
          <p:cNvCxnSpPr>
            <a:cxnSpLocks/>
          </p:cNvCxnSpPr>
          <p:nvPr/>
        </p:nvCxnSpPr>
        <p:spPr>
          <a:xfrm rot="5400000">
            <a:off x="3468480" y="2045615"/>
            <a:ext cx="720000" cy="558464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ector: Angulado 415">
            <a:extLst>
              <a:ext uri="{FF2B5EF4-FFF2-40B4-BE49-F238E27FC236}">
                <a16:creationId xmlns:a16="http://schemas.microsoft.com/office/drawing/2014/main" id="{97D1F92F-ADD9-ED28-3466-E20B2EE6DB55}"/>
              </a:ext>
            </a:extLst>
          </p:cNvPr>
          <p:cNvCxnSpPr>
            <a:cxnSpLocks/>
          </p:cNvCxnSpPr>
          <p:nvPr/>
        </p:nvCxnSpPr>
        <p:spPr>
          <a:xfrm rot="5400000">
            <a:off x="3468480" y="-154448"/>
            <a:ext cx="720000" cy="558464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0" name="Retângulo 419">
                <a:extLst>
                  <a:ext uri="{FF2B5EF4-FFF2-40B4-BE49-F238E27FC236}">
                    <a16:creationId xmlns:a16="http://schemas.microsoft.com/office/drawing/2014/main" id="{D4E1AE6D-C171-3998-46DD-69D5DA7A2BAD}"/>
                  </a:ext>
                </a:extLst>
              </p:cNvPr>
              <p:cNvSpPr/>
              <p:nvPr/>
            </p:nvSpPr>
            <p:spPr>
              <a:xfrm>
                <a:off x="3198480" y="913935"/>
                <a:ext cx="396000" cy="396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20" name="Retângulo 419">
                <a:extLst>
                  <a:ext uri="{FF2B5EF4-FFF2-40B4-BE49-F238E27FC236}">
                    <a16:creationId xmlns:a16="http://schemas.microsoft.com/office/drawing/2014/main" id="{D4E1AE6D-C171-3998-46DD-69D5DA7A2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480" y="913935"/>
                <a:ext cx="396000" cy="39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3" name="Retângulo 442">
            <a:extLst>
              <a:ext uri="{FF2B5EF4-FFF2-40B4-BE49-F238E27FC236}">
                <a16:creationId xmlns:a16="http://schemas.microsoft.com/office/drawing/2014/main" id="{004765F7-C994-AECB-00AF-A4FCB07A5830}"/>
              </a:ext>
            </a:extLst>
          </p:cNvPr>
          <p:cNvSpPr>
            <a:spLocks/>
          </p:cNvSpPr>
          <p:nvPr/>
        </p:nvSpPr>
        <p:spPr>
          <a:xfrm>
            <a:off x="207310" y="4602480"/>
            <a:ext cx="1657700" cy="23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Várias iterações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530243A4-6A43-D070-E8A3-84CB27DC7A44}"/>
                  </a:ext>
                </a:extLst>
              </p:cNvPr>
              <p:cNvSpPr/>
              <p:nvPr/>
            </p:nvSpPr>
            <p:spPr>
              <a:xfrm>
                <a:off x="3198480" y="3107199"/>
                <a:ext cx="396000" cy="396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530243A4-6A43-D070-E8A3-84CB27DC7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480" y="3107199"/>
                <a:ext cx="396000" cy="39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tângulo 15">
                <a:extLst>
                  <a:ext uri="{FF2B5EF4-FFF2-40B4-BE49-F238E27FC236}">
                    <a16:creationId xmlns:a16="http://schemas.microsoft.com/office/drawing/2014/main" id="{A1AA395F-95A6-00B5-D8D5-0A1C48E06B0F}"/>
                  </a:ext>
                </a:extLst>
              </p:cNvPr>
              <p:cNvSpPr/>
              <p:nvPr/>
            </p:nvSpPr>
            <p:spPr>
              <a:xfrm>
                <a:off x="3198480" y="5310871"/>
                <a:ext cx="396000" cy="396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pt-BR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Retângulo 15">
                <a:extLst>
                  <a:ext uri="{FF2B5EF4-FFF2-40B4-BE49-F238E27FC236}">
                    <a16:creationId xmlns:a16="http://schemas.microsoft.com/office/drawing/2014/main" id="{A1AA395F-95A6-00B5-D8D5-0A1C48E06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480" y="5310871"/>
                <a:ext cx="396000" cy="39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21522852-2D42-3F04-24BE-E44B9D11C9EE}"/>
                  </a:ext>
                </a:extLst>
              </p:cNvPr>
              <p:cNvSpPr txBox="1"/>
              <p:nvPr/>
            </p:nvSpPr>
            <p:spPr>
              <a:xfrm>
                <a:off x="9993939" y="3588278"/>
                <a:ext cx="1849609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21522852-2D42-3F04-24BE-E44B9D11C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3939" y="3588278"/>
                <a:ext cx="1849609" cy="299249"/>
              </a:xfrm>
              <a:prstGeom prst="rect">
                <a:avLst/>
              </a:prstGeom>
              <a:blipFill>
                <a:blip r:embed="rId7"/>
                <a:stretch>
                  <a:fillRect l="-2632" t="-2041" b="-2653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tângulo 1">
                <a:extLst>
                  <a:ext uri="{FF2B5EF4-FFF2-40B4-BE49-F238E27FC236}">
                    <a16:creationId xmlns:a16="http://schemas.microsoft.com/office/drawing/2014/main" id="{1A220A05-1C5E-47EE-5830-DA4296815419}"/>
                  </a:ext>
                </a:extLst>
              </p:cNvPr>
              <p:cNvSpPr/>
              <p:nvPr/>
            </p:nvSpPr>
            <p:spPr>
              <a:xfrm>
                <a:off x="7656960" y="1267842"/>
                <a:ext cx="904690" cy="54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>
                    <a:solidFill>
                      <a:schemeClr val="tx1"/>
                    </a:solidFill>
                  </a:rPr>
                  <a:t>Acurácia</a:t>
                </a:r>
                <a:endParaRPr lang="pt-BR" sz="1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Retângulo 1">
                <a:extLst>
                  <a:ext uri="{FF2B5EF4-FFF2-40B4-BE49-F238E27FC236}">
                    <a16:creationId xmlns:a16="http://schemas.microsoft.com/office/drawing/2014/main" id="{1A220A05-1C5E-47EE-5830-DA42968154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6960" y="1267842"/>
                <a:ext cx="904690" cy="540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40EBACE-84B5-38E4-0355-972D6CF92334}"/>
              </a:ext>
            </a:extLst>
          </p:cNvPr>
          <p:cNvGrpSpPr>
            <a:grpSpLocks/>
          </p:cNvGrpSpPr>
          <p:nvPr/>
        </p:nvGrpSpPr>
        <p:grpSpPr>
          <a:xfrm>
            <a:off x="5990800" y="907842"/>
            <a:ext cx="1260000" cy="1260000"/>
            <a:chOff x="998400" y="364500"/>
            <a:chExt cx="1260000" cy="1260000"/>
          </a:xfrm>
        </p:grpSpPr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39E9D04F-C4E8-5D9E-E32D-292D1B7CCB44}"/>
                </a:ext>
              </a:extLst>
            </p:cNvPr>
            <p:cNvSpPr>
              <a:spLocks/>
            </p:cNvSpPr>
            <p:nvPr/>
          </p:nvSpPr>
          <p:spPr>
            <a:xfrm>
              <a:off x="998400" y="364500"/>
              <a:ext cx="1260000" cy="12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>
                <a:solidFill>
                  <a:schemeClr val="tx1"/>
                </a:solidFill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EF1208E1-A75F-D87A-6E8B-4F8398A48135}"/>
                </a:ext>
              </a:extLst>
            </p:cNvPr>
            <p:cNvSpPr>
              <a:spLocks/>
            </p:cNvSpPr>
            <p:nvPr/>
          </p:nvSpPr>
          <p:spPr>
            <a:xfrm>
              <a:off x="1178400" y="544500"/>
              <a:ext cx="1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A78B03CC-CFA9-B167-4FD4-DF9824A8EF8D}"/>
                </a:ext>
              </a:extLst>
            </p:cNvPr>
            <p:cNvSpPr>
              <a:spLocks/>
            </p:cNvSpPr>
            <p:nvPr/>
          </p:nvSpPr>
          <p:spPr>
            <a:xfrm>
              <a:off x="1538400" y="54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1567ADF5-B845-16F9-B84F-B274A6656C84}"/>
                </a:ext>
              </a:extLst>
            </p:cNvPr>
            <p:cNvSpPr>
              <a:spLocks/>
            </p:cNvSpPr>
            <p:nvPr/>
          </p:nvSpPr>
          <p:spPr>
            <a:xfrm>
              <a:off x="1898400" y="54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E8683088-D52B-1DA2-842D-9A566D68BF81}"/>
                </a:ext>
              </a:extLst>
            </p:cNvPr>
            <p:cNvSpPr>
              <a:spLocks/>
            </p:cNvSpPr>
            <p:nvPr/>
          </p:nvSpPr>
          <p:spPr>
            <a:xfrm>
              <a:off x="1898400" y="904500"/>
              <a:ext cx="1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415D7830-C517-88F6-C277-FAEE7B0AD56D}"/>
                </a:ext>
              </a:extLst>
            </p:cNvPr>
            <p:cNvSpPr>
              <a:spLocks/>
            </p:cNvSpPr>
            <p:nvPr/>
          </p:nvSpPr>
          <p:spPr>
            <a:xfrm>
              <a:off x="1898400" y="1264500"/>
              <a:ext cx="1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DC53E780-E708-8298-803D-6DA65BBF6D8B}"/>
                </a:ext>
              </a:extLst>
            </p:cNvPr>
            <p:cNvSpPr>
              <a:spLocks/>
            </p:cNvSpPr>
            <p:nvPr/>
          </p:nvSpPr>
          <p:spPr>
            <a:xfrm>
              <a:off x="1178400" y="904500"/>
              <a:ext cx="1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8147B1DE-E3E1-5FE0-1D93-A68C78A1FC25}"/>
                </a:ext>
              </a:extLst>
            </p:cNvPr>
            <p:cNvSpPr>
              <a:spLocks/>
            </p:cNvSpPr>
            <p:nvPr/>
          </p:nvSpPr>
          <p:spPr>
            <a:xfrm>
              <a:off x="1538400" y="90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3742A731-962B-451E-690F-3E942929A570}"/>
                </a:ext>
              </a:extLst>
            </p:cNvPr>
            <p:cNvSpPr>
              <a:spLocks/>
            </p:cNvSpPr>
            <p:nvPr/>
          </p:nvSpPr>
          <p:spPr>
            <a:xfrm>
              <a:off x="1178400" y="126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7DAB3612-9344-7C78-CC0E-15A819B70131}"/>
                </a:ext>
              </a:extLst>
            </p:cNvPr>
            <p:cNvSpPr>
              <a:spLocks/>
            </p:cNvSpPr>
            <p:nvPr/>
          </p:nvSpPr>
          <p:spPr>
            <a:xfrm>
              <a:off x="1538400" y="126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tângulo 2">
                <a:extLst>
                  <a:ext uri="{FF2B5EF4-FFF2-40B4-BE49-F238E27FC236}">
                    <a16:creationId xmlns:a16="http://schemas.microsoft.com/office/drawing/2014/main" id="{4E887DAF-C9D9-7480-30F7-528D61898B6E}"/>
                  </a:ext>
                </a:extLst>
              </p:cNvPr>
              <p:cNvSpPr/>
              <p:nvPr/>
            </p:nvSpPr>
            <p:spPr>
              <a:xfrm>
                <a:off x="7656960" y="3467903"/>
                <a:ext cx="904690" cy="54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>
                    <a:solidFill>
                      <a:schemeClr val="tx1"/>
                    </a:solidFill>
                  </a:rPr>
                  <a:t>Acurácia</a:t>
                </a:r>
                <a:endParaRPr lang="pt-BR" sz="1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Retângulo 2">
                <a:extLst>
                  <a:ext uri="{FF2B5EF4-FFF2-40B4-BE49-F238E27FC236}">
                    <a16:creationId xmlns:a16="http://schemas.microsoft.com/office/drawing/2014/main" id="{4E887DAF-C9D9-7480-30F7-528D61898B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6960" y="3467903"/>
                <a:ext cx="904690" cy="54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Agrupar 30">
            <a:extLst>
              <a:ext uri="{FF2B5EF4-FFF2-40B4-BE49-F238E27FC236}">
                <a16:creationId xmlns:a16="http://schemas.microsoft.com/office/drawing/2014/main" id="{E3C6B651-698E-59D8-57AB-4F13D0136EFB}"/>
              </a:ext>
            </a:extLst>
          </p:cNvPr>
          <p:cNvGrpSpPr>
            <a:grpSpLocks/>
          </p:cNvGrpSpPr>
          <p:nvPr/>
        </p:nvGrpSpPr>
        <p:grpSpPr>
          <a:xfrm>
            <a:off x="5990800" y="3107903"/>
            <a:ext cx="1260000" cy="1260000"/>
            <a:chOff x="998400" y="364500"/>
            <a:chExt cx="1260000" cy="1260000"/>
          </a:xfrm>
        </p:grpSpPr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id="{31DD068C-71C9-12FA-0080-8E8BDE3C44F2}"/>
                </a:ext>
              </a:extLst>
            </p:cNvPr>
            <p:cNvSpPr>
              <a:spLocks/>
            </p:cNvSpPr>
            <p:nvPr/>
          </p:nvSpPr>
          <p:spPr>
            <a:xfrm>
              <a:off x="998400" y="364500"/>
              <a:ext cx="1260000" cy="12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>
                <a:solidFill>
                  <a:schemeClr val="tx1"/>
                </a:solidFill>
              </a:endParaRPr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642E72D3-3094-C99E-959B-BC50695FF72C}"/>
                </a:ext>
              </a:extLst>
            </p:cNvPr>
            <p:cNvSpPr>
              <a:spLocks/>
            </p:cNvSpPr>
            <p:nvPr/>
          </p:nvSpPr>
          <p:spPr>
            <a:xfrm>
              <a:off x="1178400" y="54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D4B1D624-0546-9DFA-451D-55E2B3551D3B}"/>
                </a:ext>
              </a:extLst>
            </p:cNvPr>
            <p:cNvSpPr>
              <a:spLocks/>
            </p:cNvSpPr>
            <p:nvPr/>
          </p:nvSpPr>
          <p:spPr>
            <a:xfrm>
              <a:off x="1538400" y="54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B9AF11B6-043C-7F25-88B3-5151050B585F}"/>
                </a:ext>
              </a:extLst>
            </p:cNvPr>
            <p:cNvSpPr>
              <a:spLocks/>
            </p:cNvSpPr>
            <p:nvPr/>
          </p:nvSpPr>
          <p:spPr>
            <a:xfrm>
              <a:off x="1898400" y="54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4D9D4B28-D235-F5A0-01B8-F2AE64309F4A}"/>
                </a:ext>
              </a:extLst>
            </p:cNvPr>
            <p:cNvSpPr>
              <a:spLocks/>
            </p:cNvSpPr>
            <p:nvPr/>
          </p:nvSpPr>
          <p:spPr>
            <a:xfrm>
              <a:off x="1898400" y="90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E89BDC4E-355D-3CEA-78CD-1B89AFAFC4F6}"/>
                </a:ext>
              </a:extLst>
            </p:cNvPr>
            <p:cNvSpPr>
              <a:spLocks/>
            </p:cNvSpPr>
            <p:nvPr/>
          </p:nvSpPr>
          <p:spPr>
            <a:xfrm>
              <a:off x="1898400" y="126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CE758648-2FF8-9798-F118-4B4753EF9BD3}"/>
                </a:ext>
              </a:extLst>
            </p:cNvPr>
            <p:cNvSpPr>
              <a:spLocks/>
            </p:cNvSpPr>
            <p:nvPr/>
          </p:nvSpPr>
          <p:spPr>
            <a:xfrm>
              <a:off x="1178400" y="904500"/>
              <a:ext cx="1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9" name="Retângulo 38">
              <a:extLst>
                <a:ext uri="{FF2B5EF4-FFF2-40B4-BE49-F238E27FC236}">
                  <a16:creationId xmlns:a16="http://schemas.microsoft.com/office/drawing/2014/main" id="{20C67BC4-721A-97ED-DB88-CD1ECAE9C29A}"/>
                </a:ext>
              </a:extLst>
            </p:cNvPr>
            <p:cNvSpPr>
              <a:spLocks/>
            </p:cNvSpPr>
            <p:nvPr/>
          </p:nvSpPr>
          <p:spPr>
            <a:xfrm>
              <a:off x="1538400" y="904500"/>
              <a:ext cx="1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E8492618-73DF-7385-B647-10BD01B3D525}"/>
                </a:ext>
              </a:extLst>
            </p:cNvPr>
            <p:cNvSpPr>
              <a:spLocks/>
            </p:cNvSpPr>
            <p:nvPr/>
          </p:nvSpPr>
          <p:spPr>
            <a:xfrm>
              <a:off x="1178400" y="126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C1BADB47-89AB-A15A-9742-096FD34FC8B4}"/>
                </a:ext>
              </a:extLst>
            </p:cNvPr>
            <p:cNvSpPr>
              <a:spLocks/>
            </p:cNvSpPr>
            <p:nvPr/>
          </p:nvSpPr>
          <p:spPr>
            <a:xfrm>
              <a:off x="1538400" y="1264500"/>
              <a:ext cx="1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15785C2-7A28-D9F0-F498-515AEC41838E}"/>
                  </a:ext>
                </a:extLst>
              </p:cNvPr>
              <p:cNvSpPr/>
              <p:nvPr/>
            </p:nvSpPr>
            <p:spPr>
              <a:xfrm>
                <a:off x="7656960" y="5667966"/>
                <a:ext cx="904690" cy="54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>
                    <a:solidFill>
                      <a:schemeClr val="tx1"/>
                    </a:solidFill>
                  </a:rPr>
                  <a:t>Acurácia</a:t>
                </a:r>
                <a:endParaRPr lang="pt-BR" sz="1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pt-BR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F15785C2-7A28-D9F0-F498-515AEC4183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6960" y="5667966"/>
                <a:ext cx="904690" cy="540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Agrupar 43">
            <a:extLst>
              <a:ext uri="{FF2B5EF4-FFF2-40B4-BE49-F238E27FC236}">
                <a16:creationId xmlns:a16="http://schemas.microsoft.com/office/drawing/2014/main" id="{0EA9E986-5258-C14A-C569-7A7A301A9507}"/>
              </a:ext>
            </a:extLst>
          </p:cNvPr>
          <p:cNvGrpSpPr>
            <a:grpSpLocks/>
          </p:cNvGrpSpPr>
          <p:nvPr/>
        </p:nvGrpSpPr>
        <p:grpSpPr>
          <a:xfrm>
            <a:off x="5990800" y="5307966"/>
            <a:ext cx="1260000" cy="1260000"/>
            <a:chOff x="998400" y="364500"/>
            <a:chExt cx="1260000" cy="1260000"/>
          </a:xfrm>
        </p:grpSpPr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B664CF82-42D8-0BEE-9A9A-70AD101BC9C0}"/>
                </a:ext>
              </a:extLst>
            </p:cNvPr>
            <p:cNvSpPr>
              <a:spLocks/>
            </p:cNvSpPr>
            <p:nvPr/>
          </p:nvSpPr>
          <p:spPr>
            <a:xfrm>
              <a:off x="998400" y="364500"/>
              <a:ext cx="1260000" cy="12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>
                <a:solidFill>
                  <a:schemeClr val="tx1"/>
                </a:solidFill>
              </a:endParaRPr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D033798D-AA8D-7040-03DA-F51537166115}"/>
                </a:ext>
              </a:extLst>
            </p:cNvPr>
            <p:cNvSpPr>
              <a:spLocks/>
            </p:cNvSpPr>
            <p:nvPr/>
          </p:nvSpPr>
          <p:spPr>
            <a:xfrm>
              <a:off x="1178400" y="54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7AA56765-954C-751A-2F75-70B524CCED2E}"/>
                </a:ext>
              </a:extLst>
            </p:cNvPr>
            <p:cNvSpPr>
              <a:spLocks/>
            </p:cNvSpPr>
            <p:nvPr/>
          </p:nvSpPr>
          <p:spPr>
            <a:xfrm>
              <a:off x="1538400" y="54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0AB13BF9-83C0-3E29-0CEB-00267F968AA1}"/>
                </a:ext>
              </a:extLst>
            </p:cNvPr>
            <p:cNvSpPr>
              <a:spLocks/>
            </p:cNvSpPr>
            <p:nvPr/>
          </p:nvSpPr>
          <p:spPr>
            <a:xfrm>
              <a:off x="1898400" y="544500"/>
              <a:ext cx="1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EF20BA1E-07DD-1DB4-A876-2198ADFC1064}"/>
                </a:ext>
              </a:extLst>
            </p:cNvPr>
            <p:cNvSpPr>
              <a:spLocks/>
            </p:cNvSpPr>
            <p:nvPr/>
          </p:nvSpPr>
          <p:spPr>
            <a:xfrm>
              <a:off x="1898400" y="90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A0583719-E87A-48BA-1F2F-212B34DC2BEC}"/>
                </a:ext>
              </a:extLst>
            </p:cNvPr>
            <p:cNvSpPr>
              <a:spLocks/>
            </p:cNvSpPr>
            <p:nvPr/>
          </p:nvSpPr>
          <p:spPr>
            <a:xfrm>
              <a:off x="1898400" y="126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5EF7DB01-2E3E-B6E7-B2B3-705344B0EBAF}"/>
                </a:ext>
              </a:extLst>
            </p:cNvPr>
            <p:cNvSpPr>
              <a:spLocks/>
            </p:cNvSpPr>
            <p:nvPr/>
          </p:nvSpPr>
          <p:spPr>
            <a:xfrm>
              <a:off x="1178400" y="904500"/>
              <a:ext cx="1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FF0A0247-D54B-CCA6-6D60-2D2B8986BF43}"/>
                </a:ext>
              </a:extLst>
            </p:cNvPr>
            <p:cNvSpPr>
              <a:spLocks/>
            </p:cNvSpPr>
            <p:nvPr/>
          </p:nvSpPr>
          <p:spPr>
            <a:xfrm>
              <a:off x="1538400" y="90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B0352EE1-EB06-CAC5-554A-ADB05CF5AD05}"/>
                </a:ext>
              </a:extLst>
            </p:cNvPr>
            <p:cNvSpPr>
              <a:spLocks/>
            </p:cNvSpPr>
            <p:nvPr/>
          </p:nvSpPr>
          <p:spPr>
            <a:xfrm>
              <a:off x="1178400" y="126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24CCBA5D-A967-A42E-B376-E5D6D562AB26}"/>
                </a:ext>
              </a:extLst>
            </p:cNvPr>
            <p:cNvSpPr>
              <a:spLocks/>
            </p:cNvSpPr>
            <p:nvPr/>
          </p:nvSpPr>
          <p:spPr>
            <a:xfrm>
              <a:off x="1538400" y="1264500"/>
              <a:ext cx="18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55" name="Chave Direita 54">
            <a:extLst>
              <a:ext uri="{FF2B5EF4-FFF2-40B4-BE49-F238E27FC236}">
                <a16:creationId xmlns:a16="http://schemas.microsoft.com/office/drawing/2014/main" id="{9C8AFD2A-675C-5C42-670A-D15847162879}"/>
              </a:ext>
            </a:extLst>
          </p:cNvPr>
          <p:cNvSpPr/>
          <p:nvPr/>
        </p:nvSpPr>
        <p:spPr>
          <a:xfrm>
            <a:off x="8967810" y="913935"/>
            <a:ext cx="619970" cy="5654031"/>
          </a:xfrm>
          <a:prstGeom prst="rightBrace">
            <a:avLst>
              <a:gd name="adj1" fmla="val 3168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1" name="Retângulo 140">
            <a:extLst>
              <a:ext uri="{FF2B5EF4-FFF2-40B4-BE49-F238E27FC236}">
                <a16:creationId xmlns:a16="http://schemas.microsoft.com/office/drawing/2014/main" id="{40AA7A5D-CFF2-2EC7-7628-2F2B20840194}"/>
              </a:ext>
            </a:extLst>
          </p:cNvPr>
          <p:cNvSpPr>
            <a:spLocks/>
          </p:cNvSpPr>
          <p:nvPr/>
        </p:nvSpPr>
        <p:spPr>
          <a:xfrm>
            <a:off x="1881330" y="5397967"/>
            <a:ext cx="1101980" cy="539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Dados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com pesos</a:t>
            </a:r>
          </a:p>
        </p:txBody>
      </p:sp>
      <p:sp>
        <p:nvSpPr>
          <p:cNvPr id="142" name="Retângulo 141">
            <a:extLst>
              <a:ext uri="{FF2B5EF4-FFF2-40B4-BE49-F238E27FC236}">
                <a16:creationId xmlns:a16="http://schemas.microsoft.com/office/drawing/2014/main" id="{DC40B328-03A9-F176-A067-9BAC55E45D4F}"/>
              </a:ext>
            </a:extLst>
          </p:cNvPr>
          <p:cNvSpPr>
            <a:spLocks/>
          </p:cNvSpPr>
          <p:nvPr/>
        </p:nvSpPr>
        <p:spPr>
          <a:xfrm>
            <a:off x="1881330" y="3197905"/>
            <a:ext cx="1101980" cy="539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Dados</a:t>
            </a:r>
          </a:p>
          <a:p>
            <a:pPr algn="ctr"/>
            <a:r>
              <a:rPr lang="pt-BR" sz="1400" dirty="0">
                <a:solidFill>
                  <a:schemeClr val="tx1"/>
                </a:solidFill>
              </a:rPr>
              <a:t>com pesos</a:t>
            </a:r>
          </a:p>
        </p:txBody>
      </p:sp>
    </p:spTree>
    <p:extLst>
      <p:ext uri="{BB962C8B-B14F-4D97-AF65-F5344CB8AC3E}">
        <p14:creationId xmlns:p14="http://schemas.microsoft.com/office/powerpoint/2010/main" val="23699967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131</Words>
  <Application>Microsoft Office PowerPoint</Application>
  <PresentationFormat>Widescreen</PresentationFormat>
  <Paragraphs>99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Ramon Ramos</dc:creator>
  <cp:lastModifiedBy>Ramon Ramos</cp:lastModifiedBy>
  <cp:revision>1</cp:revision>
  <dcterms:created xsi:type="dcterms:W3CDTF">2025-07-23T18:29:45Z</dcterms:created>
  <dcterms:modified xsi:type="dcterms:W3CDTF">2025-07-23T22:28:22Z</dcterms:modified>
</cp:coreProperties>
</file>