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6"/>
  </p:notesMasterIdLst>
  <p:sldIdLst>
    <p:sldId id="256" r:id="rId3"/>
    <p:sldId id="257" r:id="rId4"/>
    <p:sldId id="263" r:id="rId5"/>
  </p:sldIdLst>
  <p:sldSz cx="9144000" cy="5143500" type="screen16x9"/>
  <p:notesSz cx="6858000" cy="9144000"/>
  <p:embeddedFontLst>
    <p:embeddedFont>
      <p:font typeface="Montserrat Light" panose="020B0604020202020204" charset="0"/>
      <p:regular r:id="rId7"/>
      <p:bold r:id="rId8"/>
      <p:italic r:id="rId9"/>
      <p:boldItalic r:id="rId10"/>
    </p:embeddedFont>
    <p:embeddedFont>
      <p:font typeface="Raleway ExtraBold" panose="020B0604020202020204" charset="0"/>
      <p:bold r:id="rId11"/>
      <p:boldItalic r:id="rId12"/>
    </p:embeddedFont>
    <p:embeddedFont>
      <p:font typeface="Montserrat ExtraBold" panose="020B0604020202020204" charset="0"/>
      <p:bold r:id="rId13"/>
      <p:boldItalic r:id="rId14"/>
    </p:embeddedFont>
    <p:embeddedFont>
      <p:font typeface="Montserrat" panose="020B0604020202020204" charset="0"/>
      <p:regular r:id="rId15"/>
      <p:bold r:id="rId16"/>
      <p:italic r:id="rId17"/>
      <p:boldItalic r:id="rId18"/>
    </p:embeddedFont>
    <p:embeddedFont>
      <p:font typeface="Helvetica Neue Light" panose="020B0604020202020204" charset="0"/>
      <p:regular r:id="rId19"/>
      <p:bold r:id="rId20"/>
      <p:italic r:id="rId21"/>
      <p:boldItalic r:id="rId22"/>
    </p:embeddedFont>
    <p:embeddedFont>
      <p:font typeface="Montserrat Black" panose="020B0604020202020204" charset="0"/>
      <p:bold r:id="rId23"/>
      <p:boldItalic r:id="rId24"/>
    </p:embeddedFont>
    <p:embeddedFont>
      <p:font typeface="Raleway Black" panose="020B0604020202020204" charset="0"/>
      <p:bold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8E6877-3D58-4BCB-9D75-081A016B9CFA}">
  <a:tblStyle styleId="{A68E6877-3D58-4BCB-9D75-081A016B9C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1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" Type="http://schemas.openxmlformats.org/officeDocument/2006/relationships/slide" Target="slides/slide1.xml"/><Relationship Id="rId21" Type="http://schemas.openxmlformats.org/officeDocument/2006/relationships/font" Target="fonts/font15.fntdata"/><Relationship Id="rId34" Type="http://schemas.openxmlformats.org/officeDocument/2006/relationships/tableStyles" Target="tableStyle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font" Target="fonts/font22.fntdata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font" Target="fonts/font21.fntdata"/><Relationship Id="rId30" Type="http://schemas.openxmlformats.org/officeDocument/2006/relationships/font" Target="fonts/font24.fntdata"/><Relationship Id="rId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6b1d4d0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6b1d4d0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fa22cc25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fa22cc25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afa22cc258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afa22cc258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94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3" y="744575"/>
            <a:ext cx="5034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5034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2840550" y="4359938"/>
            <a:ext cx="3636450" cy="611400"/>
            <a:chOff x="3003300" y="4359938"/>
            <a:chExt cx="3636450" cy="611400"/>
          </a:xfrm>
        </p:grpSpPr>
        <p:pic>
          <p:nvPicPr>
            <p:cNvPr id="19" name="Google Shape;19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03300" y="4359938"/>
              <a:ext cx="815200" cy="611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30650" y="4512088"/>
              <a:ext cx="1109100" cy="307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37671" y="4468837"/>
              <a:ext cx="873807" cy="393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Montserrat ExtraBold"/>
              <a:buNone/>
              <a:defRPr sz="24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630300"/>
            <a:ext cx="8520600" cy="388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520608" y="47679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520608" y="47679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0608" y="47679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520608" y="47679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520608" y="47679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8304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328900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/>
          <p:nvPr/>
        </p:nvSpPr>
        <p:spPr>
          <a:xfrm>
            <a:off x="-50" y="4691750"/>
            <a:ext cx="22821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"/>
                <a:ea typeface="Montserrat"/>
                <a:cs typeface="Montserrat"/>
                <a:sym typeface="Montserrat"/>
              </a:rPr>
              <a:t>Copyright © 2019. Todos os direitos reservados ao CeMEAI-USP. Proibida a cópia e reprodução sem autorização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919" y="4701820"/>
            <a:ext cx="5248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146" y="4780221"/>
            <a:ext cx="714003" cy="19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2168" y="4768336"/>
            <a:ext cx="562529" cy="25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descrição de seção 1">
  <p:cSld name="SECTION_TITLE_AND_DESCRIPTION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0"/>
          <p:cNvSpPr/>
          <p:nvPr/>
        </p:nvSpPr>
        <p:spPr>
          <a:xfrm>
            <a:off x="-32700" y="-6650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4837500" y="183060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ubTitle" idx="1"/>
          </p:nvPr>
        </p:nvSpPr>
        <p:spPr>
          <a:xfrm>
            <a:off x="4837500" y="328240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3348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4571950" y="4691750"/>
            <a:ext cx="22821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latin typeface="Montserrat"/>
                <a:ea typeface="Montserrat"/>
                <a:cs typeface="Montserrat"/>
                <a:sym typeface="Montserrat"/>
              </a:rPr>
              <a:t>Copyright © 2019. Todos os direitos reservados ao CeMEAI-USP. Proibida a cópia e reprodução sem autorização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" name="Google Shape;6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1919" y="4701820"/>
            <a:ext cx="5248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4146" y="4780221"/>
            <a:ext cx="714003" cy="19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4168" y="4768336"/>
            <a:ext cx="562529" cy="253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520608" y="47679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520608" y="47679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520608" y="47679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>
  <p:cSld name="Em Branco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4449997" y="4902398"/>
            <a:ext cx="23910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1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1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1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1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1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1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1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1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 Light"/>
              <a:buNone/>
              <a:defRPr sz="1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ontserrat Black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1896" y="4604791"/>
            <a:ext cx="667539" cy="500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56035" y="4691206"/>
            <a:ext cx="727817" cy="32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0452" y="4713280"/>
            <a:ext cx="1024460" cy="2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628650" y="1161107"/>
            <a:ext cx="7886700" cy="3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ontserrat Black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 rot="5400000">
            <a:off x="2836200" y="-1046443"/>
            <a:ext cx="34716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5.jp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-50" y="630350"/>
            <a:ext cx="9144000" cy="388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Black"/>
              <a:buNone/>
              <a:defRPr sz="28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ExtraBold"/>
              <a:buNone/>
              <a:defRPr sz="2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ExtraBold"/>
              <a:buNone/>
              <a:defRPr sz="2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ExtraBold"/>
              <a:buNone/>
              <a:defRPr sz="2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ExtraBold"/>
              <a:buNone/>
              <a:defRPr sz="2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ExtraBold"/>
              <a:buNone/>
              <a:defRPr sz="2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ExtraBold"/>
              <a:buNone/>
              <a:defRPr sz="2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ExtraBold"/>
              <a:buNone/>
              <a:defRPr sz="2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 ExtraBold"/>
              <a:buNone/>
              <a:defRPr sz="2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311700" y="630300"/>
            <a:ext cx="8520600" cy="38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737119" y="4625620"/>
            <a:ext cx="5248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059346" y="4704021"/>
            <a:ext cx="714003" cy="19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379368" y="4692136"/>
            <a:ext cx="562529" cy="253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-50" y="4691750"/>
            <a:ext cx="63753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Montserrat"/>
                <a:ea typeface="Montserrat"/>
                <a:cs typeface="Montserrat"/>
                <a:sym typeface="Montserrat"/>
              </a:rPr>
              <a:t>Copyright © 2019. Todos os direitos reservados ao CeMEAI-USP. Proibida a cópia e reprodução sem autorização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13">
            <a:alphaModFix/>
          </a:blip>
          <a:srcRect b="-310"/>
          <a:stretch/>
        </p:blipFill>
        <p:spPr>
          <a:xfrm>
            <a:off x="0" y="-1"/>
            <a:ext cx="9144000" cy="515960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628650" y="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ontserrat Black"/>
              <a:buNone/>
              <a:defRPr sz="33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628650" y="1161107"/>
            <a:ext cx="7886700" cy="3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ctrTitle"/>
          </p:nvPr>
        </p:nvSpPr>
        <p:spPr>
          <a:xfrm>
            <a:off x="843517" y="188866"/>
            <a:ext cx="7308112" cy="71844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 dirty="0"/>
              <a:t>MBA</a:t>
            </a:r>
            <a:r>
              <a:rPr lang="pt-BR" sz="3800" dirty="0"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pt-BR" sz="3800" dirty="0"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pt-BR" sz="3800" dirty="0"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pt-BR" sz="3800" dirty="0"/>
              <a:t>Ciências de Dados</a:t>
            </a:r>
            <a:endParaRPr sz="3800" dirty="0"/>
          </a:p>
        </p:txBody>
      </p:sp>
      <p:sp>
        <p:nvSpPr>
          <p:cNvPr id="3" name="Google Shape;157;p27"/>
          <p:cNvSpPr txBox="1">
            <a:spLocks/>
          </p:cNvSpPr>
          <p:nvPr/>
        </p:nvSpPr>
        <p:spPr>
          <a:xfrm>
            <a:off x="843517" y="1517936"/>
            <a:ext cx="7556204" cy="1941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r>
              <a:rPr lang="pt-BR" sz="3200" dirty="0" smtClean="0">
                <a:latin typeface="Montserrat ExtraBold" panose="020B0604020202020204" charset="0"/>
              </a:rPr>
              <a:t>“Título do trabalho”</a:t>
            </a:r>
          </a:p>
          <a:p>
            <a:pPr algn="r"/>
            <a:r>
              <a:rPr lang="pt-BR" sz="1600" dirty="0" smtClean="0">
                <a:latin typeface="Montserrat ExtraBold" panose="020B0604020202020204" charset="0"/>
              </a:rPr>
              <a:t>Autor: nome do aluno</a:t>
            </a:r>
          </a:p>
          <a:p>
            <a:pPr algn="r"/>
            <a:r>
              <a:rPr lang="pt-BR" sz="1600" dirty="0" smtClean="0">
                <a:latin typeface="Montserrat ExtraBold" panose="020B0604020202020204" charset="0"/>
              </a:rPr>
              <a:t>Orientador: nome do orientador</a:t>
            </a:r>
            <a:endParaRPr lang="pt-BR" sz="1600" dirty="0">
              <a:latin typeface="Montserrat Extra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smtClean="0">
                <a:latin typeface="Montserrat ExtraBold" panose="020B0604020202020204" charset="0"/>
              </a:rPr>
              <a:t>Título da seção</a:t>
            </a:r>
            <a:endParaRPr dirty="0">
              <a:latin typeface="Montserrat ExtraBold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62;p28"/>
          <p:cNvSpPr txBox="1">
            <a:spLocks/>
          </p:cNvSpPr>
          <p:nvPr/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Black"/>
              <a:buNone/>
              <a:defRPr sz="33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400" dirty="0" smtClean="0">
                <a:latin typeface="Montserrat ExtraBold" panose="020B0604020202020204" charset="0"/>
              </a:rPr>
              <a:t>Título da seção</a:t>
            </a:r>
            <a:endParaRPr lang="pt-BR" sz="2400" dirty="0">
              <a:latin typeface="Montserrat ExtraBold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BA Padrã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</Words>
  <Application>Microsoft Office PowerPoint</Application>
  <PresentationFormat>Apresentação na tela (16:9)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</vt:i4>
      </vt:variant>
    </vt:vector>
  </HeadingPairs>
  <TitlesOfParts>
    <vt:vector size="14" baseType="lpstr">
      <vt:lpstr>Montserrat Light</vt:lpstr>
      <vt:lpstr>Raleway ExtraBold</vt:lpstr>
      <vt:lpstr>Montserrat ExtraBold</vt:lpstr>
      <vt:lpstr>Arial</vt:lpstr>
      <vt:lpstr>Montserrat</vt:lpstr>
      <vt:lpstr>Helvetica Neue Light</vt:lpstr>
      <vt:lpstr>Montserrat Black</vt:lpstr>
      <vt:lpstr>Raleway Black</vt:lpstr>
      <vt:lpstr>Calibri</vt:lpstr>
      <vt:lpstr>MBA Padrão</vt:lpstr>
      <vt:lpstr>Tema do Office</vt:lpstr>
      <vt:lpstr>MBA em Ciências de Dados</vt:lpstr>
      <vt:lpstr>Título da seção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MBA em Ciências de Dados</dc:title>
  <dc:creator>Fer Marreta</dc:creator>
  <cp:lastModifiedBy>Fer Marreta</cp:lastModifiedBy>
  <cp:revision>2</cp:revision>
  <dcterms:modified xsi:type="dcterms:W3CDTF">2022-01-13T22:39:52Z</dcterms:modified>
</cp:coreProperties>
</file>